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367" r:id="rId5"/>
    <p:sldId id="368" r:id="rId6"/>
    <p:sldId id="369" r:id="rId7"/>
    <p:sldId id="371" r:id="rId8"/>
    <p:sldId id="370" r:id="rId9"/>
    <p:sldId id="374" r:id="rId10"/>
    <p:sldId id="375" r:id="rId11"/>
    <p:sldId id="376" r:id="rId12"/>
    <p:sldId id="377" r:id="rId13"/>
    <p:sldId id="37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8B86E-3782-8332-97D8-A72A1856E066}" v="81" dt="2025-10-09T07:59:36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Choquet" userId="S::olivier.choquet@vinci.be::53f816d3-8107-4a93-b043-614abb2d31bd" providerId="AD" clId="Web-{5930B99B-694F-F97B-583F-6C0E2E31B5DF}"/>
    <pc:docChg chg="addSld delSld modSld">
      <pc:chgData name="Olivier Choquet" userId="S::olivier.choquet@vinci.be::53f816d3-8107-4a93-b043-614abb2d31bd" providerId="AD" clId="Web-{5930B99B-694F-F97B-583F-6C0E2E31B5DF}" dt="2025-09-26T07:00:50.022" v="246" actId="20577"/>
      <pc:docMkLst>
        <pc:docMk/>
      </pc:docMkLst>
      <pc:sldChg chg="modSp new">
        <pc:chgData name="Olivier Choquet" userId="S::olivier.choquet@vinci.be::53f816d3-8107-4a93-b043-614abb2d31bd" providerId="AD" clId="Web-{5930B99B-694F-F97B-583F-6C0E2E31B5DF}" dt="2025-09-26T06:54:36.557" v="68" actId="14100"/>
        <pc:sldMkLst>
          <pc:docMk/>
          <pc:sldMk cId="3996328300" sldId="367"/>
        </pc:sldMkLst>
        <pc:spChg chg="mod">
          <ac:chgData name="Olivier Choquet" userId="S::olivier.choquet@vinci.be::53f816d3-8107-4a93-b043-614abb2d31bd" providerId="AD" clId="Web-{5930B99B-694F-F97B-583F-6C0E2E31B5DF}" dt="2025-09-26T06:54:01.337" v="51" actId="20577"/>
          <ac:spMkLst>
            <pc:docMk/>
            <pc:sldMk cId="3996328300" sldId="367"/>
            <ac:spMk id="2" creationId="{04272A22-7E2C-CD0E-B450-3C3C68A663EB}"/>
          </ac:spMkLst>
        </pc:spChg>
        <pc:spChg chg="mod">
          <ac:chgData name="Olivier Choquet" userId="S::olivier.choquet@vinci.be::53f816d3-8107-4a93-b043-614abb2d31bd" providerId="AD" clId="Web-{5930B99B-694F-F97B-583F-6C0E2E31B5DF}" dt="2025-09-26T06:54:36.557" v="68" actId="14100"/>
          <ac:spMkLst>
            <pc:docMk/>
            <pc:sldMk cId="3996328300" sldId="367"/>
            <ac:spMk id="3" creationId="{5380DD42-CFD6-B268-AD76-4624C906C841}"/>
          </ac:spMkLst>
        </pc:spChg>
      </pc:sldChg>
      <pc:sldChg chg="addSp delSp modSp new">
        <pc:chgData name="Olivier Choquet" userId="S::olivier.choquet@vinci.be::53f816d3-8107-4a93-b043-614abb2d31bd" providerId="AD" clId="Web-{5930B99B-694F-F97B-583F-6C0E2E31B5DF}" dt="2025-09-26T06:56:24.168" v="87" actId="20577"/>
        <pc:sldMkLst>
          <pc:docMk/>
          <pc:sldMk cId="3218599735" sldId="368"/>
        </pc:sldMkLst>
        <pc:spChg chg="mod">
          <ac:chgData name="Olivier Choquet" userId="S::olivier.choquet@vinci.be::53f816d3-8107-4a93-b043-614abb2d31bd" providerId="AD" clId="Web-{5930B99B-694F-F97B-583F-6C0E2E31B5DF}" dt="2025-09-26T06:55:31.761" v="76" actId="20577"/>
          <ac:spMkLst>
            <pc:docMk/>
            <pc:sldMk cId="3218599735" sldId="368"/>
            <ac:spMk id="2" creationId="{F6FFF732-8235-C228-7ACD-26E501D3466B}"/>
          </ac:spMkLst>
        </pc:spChg>
        <pc:spChg chg="add del mod">
          <ac:chgData name="Olivier Choquet" userId="S::olivier.choquet@vinci.be::53f816d3-8107-4a93-b043-614abb2d31bd" providerId="AD" clId="Web-{5930B99B-694F-F97B-583F-6C0E2E31B5DF}" dt="2025-09-26T06:56:24.168" v="87" actId="20577"/>
          <ac:spMkLst>
            <pc:docMk/>
            <pc:sldMk cId="3218599735" sldId="368"/>
            <ac:spMk id="3" creationId="{3E7D5EAB-518B-37C7-CC1D-E2492425B0E3}"/>
          </ac:spMkLst>
        </pc:spChg>
      </pc:sldChg>
      <pc:sldChg chg="addSp modSp add replId">
        <pc:chgData name="Olivier Choquet" userId="S::olivier.choquet@vinci.be::53f816d3-8107-4a93-b043-614abb2d31bd" providerId="AD" clId="Web-{5930B99B-694F-F97B-583F-6C0E2E31B5DF}" dt="2025-09-26T06:59:43.957" v="240"/>
        <pc:sldMkLst>
          <pc:docMk/>
          <pc:sldMk cId="280220811" sldId="369"/>
        </pc:sldMkLst>
        <pc:spChg chg="mod">
          <ac:chgData name="Olivier Choquet" userId="S::olivier.choquet@vinci.be::53f816d3-8107-4a93-b043-614abb2d31bd" providerId="AD" clId="Web-{5930B99B-694F-F97B-583F-6C0E2E31B5DF}" dt="2025-09-26T06:57:37.233" v="106" actId="20577"/>
          <ac:spMkLst>
            <pc:docMk/>
            <pc:sldMk cId="280220811" sldId="369"/>
            <ac:spMk id="3" creationId="{53ABC674-6526-8CDD-E6AB-937F4AB30EBB}"/>
          </ac:spMkLst>
        </pc:spChg>
        <pc:graphicFrameChg chg="add mod modGraphic">
          <ac:chgData name="Olivier Choquet" userId="S::olivier.choquet@vinci.be::53f816d3-8107-4a93-b043-614abb2d31bd" providerId="AD" clId="Web-{5930B99B-694F-F97B-583F-6C0E2E31B5DF}" dt="2025-09-26T06:59:43.957" v="240"/>
          <ac:graphicFrameMkLst>
            <pc:docMk/>
            <pc:sldMk cId="280220811" sldId="369"/>
            <ac:graphicFrameMk id="4" creationId="{A93DCB64-8B50-D576-B7BB-7C5F9948435B}"/>
          </ac:graphicFrameMkLst>
        </pc:graphicFrameChg>
      </pc:sldChg>
      <pc:sldChg chg="delSp modSp add replId">
        <pc:chgData name="Olivier Choquet" userId="S::olivier.choquet@vinci.be::53f816d3-8107-4a93-b043-614abb2d31bd" providerId="AD" clId="Web-{5930B99B-694F-F97B-583F-6C0E2E31B5DF}" dt="2025-09-26T07:00:50.022" v="246" actId="20577"/>
        <pc:sldMkLst>
          <pc:docMk/>
          <pc:sldMk cId="3837988932" sldId="370"/>
        </pc:sldMkLst>
        <pc:spChg chg="mod">
          <ac:chgData name="Olivier Choquet" userId="S::olivier.choquet@vinci.be::53f816d3-8107-4a93-b043-614abb2d31bd" providerId="AD" clId="Web-{5930B99B-694F-F97B-583F-6C0E2E31B5DF}" dt="2025-09-26T07:00:50.022" v="246" actId="20577"/>
          <ac:spMkLst>
            <pc:docMk/>
            <pc:sldMk cId="3837988932" sldId="370"/>
            <ac:spMk id="3" creationId="{1DC3C5EF-F8ED-EA86-E672-BBA6ACA2FF4F}"/>
          </ac:spMkLst>
        </pc:spChg>
      </pc:sldChg>
    </pc:docChg>
  </pc:docChgLst>
  <pc:docChgLst>
    <pc:chgData name="Olivier Choquet" userId="S::olivier.choquet@vinci.be::53f816d3-8107-4a93-b043-614abb2d31bd" providerId="AD" clId="Web-{7D58B86E-3782-8332-97D8-A72A1856E066}"/>
    <pc:docChg chg="addSld delSld modSld sldOrd">
      <pc:chgData name="Olivier Choquet" userId="S::olivier.choquet@vinci.be::53f816d3-8107-4a93-b043-614abb2d31bd" providerId="AD" clId="Web-{7D58B86E-3782-8332-97D8-A72A1856E066}" dt="2025-10-09T07:59:31.574" v="90" actId="20577"/>
      <pc:docMkLst>
        <pc:docMk/>
      </pc:docMkLst>
      <pc:sldChg chg="modSp">
        <pc:chgData name="Olivier Choquet" userId="S::olivier.choquet@vinci.be::53f816d3-8107-4a93-b043-614abb2d31bd" providerId="AD" clId="Web-{7D58B86E-3782-8332-97D8-A72A1856E066}" dt="2025-10-09T07:47:52.083" v="23" actId="20577"/>
        <pc:sldMkLst>
          <pc:docMk/>
          <pc:sldMk cId="3218599735" sldId="368"/>
        </pc:sldMkLst>
        <pc:spChg chg="mod">
          <ac:chgData name="Olivier Choquet" userId="S::olivier.choquet@vinci.be::53f816d3-8107-4a93-b043-614abb2d31bd" providerId="AD" clId="Web-{7D58B86E-3782-8332-97D8-A72A1856E066}" dt="2025-10-09T07:47:52.083" v="23" actId="20577"/>
          <ac:spMkLst>
            <pc:docMk/>
            <pc:sldMk cId="3218599735" sldId="368"/>
            <ac:spMk id="3" creationId="{3E7D5EAB-518B-37C7-CC1D-E2492425B0E3}"/>
          </ac:spMkLst>
        </pc:spChg>
      </pc:sldChg>
      <pc:sldChg chg="modSp">
        <pc:chgData name="Olivier Choquet" userId="S::olivier.choquet@vinci.be::53f816d3-8107-4a93-b043-614abb2d31bd" providerId="AD" clId="Web-{7D58B86E-3782-8332-97D8-A72A1856E066}" dt="2025-10-09T07:57:34.041" v="69" actId="20577"/>
        <pc:sldMkLst>
          <pc:docMk/>
          <pc:sldMk cId="3837988932" sldId="370"/>
        </pc:sldMkLst>
        <pc:spChg chg="mod">
          <ac:chgData name="Olivier Choquet" userId="S::olivier.choquet@vinci.be::53f816d3-8107-4a93-b043-614abb2d31bd" providerId="AD" clId="Web-{7D58B86E-3782-8332-97D8-A72A1856E066}" dt="2025-10-09T07:57:34.041" v="69" actId="20577"/>
          <ac:spMkLst>
            <pc:docMk/>
            <pc:sldMk cId="3837988932" sldId="370"/>
            <ac:spMk id="3" creationId="{1DC3C5EF-F8ED-EA86-E672-BBA6ACA2FF4F}"/>
          </ac:spMkLst>
        </pc:spChg>
      </pc:sldChg>
      <pc:sldChg chg="modSp ord">
        <pc:chgData name="Olivier Choquet" userId="S::olivier.choquet@vinci.be::53f816d3-8107-4a93-b043-614abb2d31bd" providerId="AD" clId="Web-{7D58B86E-3782-8332-97D8-A72A1856E066}" dt="2025-10-09T07:54:59.038" v="48" actId="20577"/>
        <pc:sldMkLst>
          <pc:docMk/>
          <pc:sldMk cId="347405536" sldId="371"/>
        </pc:sldMkLst>
        <pc:spChg chg="mod">
          <ac:chgData name="Olivier Choquet" userId="S::olivier.choquet@vinci.be::53f816d3-8107-4a93-b043-614abb2d31bd" providerId="AD" clId="Web-{7D58B86E-3782-8332-97D8-A72A1856E066}" dt="2025-10-09T07:54:59.038" v="48" actId="20577"/>
          <ac:spMkLst>
            <pc:docMk/>
            <pc:sldMk cId="347405536" sldId="371"/>
            <ac:spMk id="3" creationId="{62B6F05B-5643-923B-503C-207A5CFD8CD9}"/>
          </ac:spMkLst>
        </pc:spChg>
      </pc:sldChg>
      <pc:sldChg chg="del">
        <pc:chgData name="Olivier Choquet" userId="S::olivier.choquet@vinci.be::53f816d3-8107-4a93-b043-614abb2d31bd" providerId="AD" clId="Web-{7D58B86E-3782-8332-97D8-A72A1856E066}" dt="2025-10-09T07:57:20.384" v="67"/>
        <pc:sldMkLst>
          <pc:docMk/>
          <pc:sldMk cId="3310426840" sldId="372"/>
        </pc:sldMkLst>
      </pc:sldChg>
      <pc:sldChg chg="modSp add replId">
        <pc:chgData name="Olivier Choquet" userId="S::olivier.choquet@vinci.be::53f816d3-8107-4a93-b043-614abb2d31bd" providerId="AD" clId="Web-{7D58B86E-3782-8332-97D8-A72A1856E066}" dt="2025-10-09T07:57:53.025" v="75" actId="20577"/>
        <pc:sldMkLst>
          <pc:docMk/>
          <pc:sldMk cId="2937013625" sldId="374"/>
        </pc:sldMkLst>
        <pc:spChg chg="mod">
          <ac:chgData name="Olivier Choquet" userId="S::olivier.choquet@vinci.be::53f816d3-8107-4a93-b043-614abb2d31bd" providerId="AD" clId="Web-{7D58B86E-3782-8332-97D8-A72A1856E066}" dt="2025-10-09T07:57:53.025" v="75" actId="20577"/>
          <ac:spMkLst>
            <pc:docMk/>
            <pc:sldMk cId="2937013625" sldId="374"/>
            <ac:spMk id="3" creationId="{8C200D2B-EB53-0804-AFE4-304A10274F3E}"/>
          </ac:spMkLst>
        </pc:spChg>
      </pc:sldChg>
      <pc:sldChg chg="modSp add replId">
        <pc:chgData name="Olivier Choquet" userId="S::olivier.choquet@vinci.be::53f816d3-8107-4a93-b043-614abb2d31bd" providerId="AD" clId="Web-{7D58B86E-3782-8332-97D8-A72A1856E066}" dt="2025-10-09T07:58:24.619" v="80" actId="20577"/>
        <pc:sldMkLst>
          <pc:docMk/>
          <pc:sldMk cId="2006747081" sldId="375"/>
        </pc:sldMkLst>
        <pc:spChg chg="mod">
          <ac:chgData name="Olivier Choquet" userId="S::olivier.choquet@vinci.be::53f816d3-8107-4a93-b043-614abb2d31bd" providerId="AD" clId="Web-{7D58B86E-3782-8332-97D8-A72A1856E066}" dt="2025-10-09T07:58:24.619" v="80" actId="20577"/>
          <ac:spMkLst>
            <pc:docMk/>
            <pc:sldMk cId="2006747081" sldId="375"/>
            <ac:spMk id="3" creationId="{9587D8A1-225F-4C43-CC66-AB589FC873F2}"/>
          </ac:spMkLst>
        </pc:spChg>
      </pc:sldChg>
      <pc:sldChg chg="modSp add replId">
        <pc:chgData name="Olivier Choquet" userId="S::olivier.choquet@vinci.be::53f816d3-8107-4a93-b043-614abb2d31bd" providerId="AD" clId="Web-{7D58B86E-3782-8332-97D8-A72A1856E066}" dt="2025-10-09T07:58:56.104" v="85" actId="20577"/>
        <pc:sldMkLst>
          <pc:docMk/>
          <pc:sldMk cId="2232771020" sldId="376"/>
        </pc:sldMkLst>
        <pc:spChg chg="mod">
          <ac:chgData name="Olivier Choquet" userId="S::olivier.choquet@vinci.be::53f816d3-8107-4a93-b043-614abb2d31bd" providerId="AD" clId="Web-{7D58B86E-3782-8332-97D8-A72A1856E066}" dt="2025-10-09T07:58:56.104" v="85" actId="20577"/>
          <ac:spMkLst>
            <pc:docMk/>
            <pc:sldMk cId="2232771020" sldId="376"/>
            <ac:spMk id="3" creationId="{6B1F7D59-3071-6E7C-73D8-4BE9970367AA}"/>
          </ac:spMkLst>
        </pc:spChg>
      </pc:sldChg>
      <pc:sldChg chg="modSp add replId">
        <pc:chgData name="Olivier Choquet" userId="S::olivier.choquet@vinci.be::53f816d3-8107-4a93-b043-614abb2d31bd" providerId="AD" clId="Web-{7D58B86E-3782-8332-97D8-A72A1856E066}" dt="2025-10-09T07:59:31.574" v="90" actId="20577"/>
        <pc:sldMkLst>
          <pc:docMk/>
          <pc:sldMk cId="242474592" sldId="377"/>
        </pc:sldMkLst>
        <pc:spChg chg="mod">
          <ac:chgData name="Olivier Choquet" userId="S::olivier.choquet@vinci.be::53f816d3-8107-4a93-b043-614abb2d31bd" providerId="AD" clId="Web-{7D58B86E-3782-8332-97D8-A72A1856E066}" dt="2025-10-09T07:59:31.574" v="90" actId="20577"/>
          <ac:spMkLst>
            <pc:docMk/>
            <pc:sldMk cId="242474592" sldId="377"/>
            <ac:spMk id="3" creationId="{E2EB7E60-B6D0-81E1-599E-30328E514020}"/>
          </ac:spMkLst>
        </pc:spChg>
      </pc:sldChg>
    </pc:docChg>
  </pc:docChgLst>
  <pc:docChgLst>
    <pc:chgData name="Olivier Choquet" userId="S::olivier.choquet@vinci.be::53f816d3-8107-4a93-b043-614abb2d31bd" providerId="AD" clId="Web-{718DD39C-F439-7B34-83E2-BC3A018E2873}"/>
    <pc:docChg chg="addSld modSld">
      <pc:chgData name="Olivier Choquet" userId="S::olivier.choquet@vinci.be::53f816d3-8107-4a93-b043-614abb2d31bd" providerId="AD" clId="Web-{718DD39C-F439-7B34-83E2-BC3A018E2873}" dt="2025-09-24T08:19:31.073" v="90" actId="20577"/>
      <pc:docMkLst>
        <pc:docMk/>
      </pc:docMkLst>
    </pc:docChg>
  </pc:docChgLst>
  <pc:docChgLst>
    <pc:chgData name="Olivier Choquet" userId="S::olivier.choquet@vinci.be::53f816d3-8107-4a93-b043-614abb2d31bd" providerId="AD" clId="Web-{95B03866-4AF8-FAAF-9743-993948742303}"/>
    <pc:docChg chg="addSld delSld modSld">
      <pc:chgData name="Olivier Choquet" userId="S::olivier.choquet@vinci.be::53f816d3-8107-4a93-b043-614abb2d31bd" providerId="AD" clId="Web-{95B03866-4AF8-FAAF-9743-993948742303}" dt="2025-09-26T07:28:40.984" v="248" actId="20577"/>
      <pc:docMkLst>
        <pc:docMk/>
      </pc:docMkLst>
      <pc:sldChg chg="modSp">
        <pc:chgData name="Olivier Choquet" userId="S::olivier.choquet@vinci.be::53f816d3-8107-4a93-b043-614abb2d31bd" providerId="AD" clId="Web-{95B03866-4AF8-FAAF-9743-993948742303}" dt="2025-09-26T07:08:12.987" v="36" actId="20577"/>
        <pc:sldMkLst>
          <pc:docMk/>
          <pc:sldMk cId="3218599735" sldId="368"/>
        </pc:sldMkLst>
        <pc:spChg chg="mod">
          <ac:chgData name="Olivier Choquet" userId="S::olivier.choquet@vinci.be::53f816d3-8107-4a93-b043-614abb2d31bd" providerId="AD" clId="Web-{95B03866-4AF8-FAAF-9743-993948742303}" dt="2025-09-26T07:08:12.987" v="36" actId="20577"/>
          <ac:spMkLst>
            <pc:docMk/>
            <pc:sldMk cId="3218599735" sldId="368"/>
            <ac:spMk id="3" creationId="{3E7D5EAB-518B-37C7-CC1D-E2492425B0E3}"/>
          </ac:spMkLst>
        </pc:spChg>
      </pc:sldChg>
      <pc:sldChg chg="modSp">
        <pc:chgData name="Olivier Choquet" userId="S::olivier.choquet@vinci.be::53f816d3-8107-4a93-b043-614abb2d31bd" providerId="AD" clId="Web-{95B03866-4AF8-FAAF-9743-993948742303}" dt="2025-09-26T07:09:58.725" v="164"/>
        <pc:sldMkLst>
          <pc:docMk/>
          <pc:sldMk cId="280220811" sldId="369"/>
        </pc:sldMkLst>
        <pc:graphicFrameChg chg="mod modGraphic">
          <ac:chgData name="Olivier Choquet" userId="S::olivier.choquet@vinci.be::53f816d3-8107-4a93-b043-614abb2d31bd" providerId="AD" clId="Web-{95B03866-4AF8-FAAF-9743-993948742303}" dt="2025-09-26T07:09:58.725" v="164"/>
          <ac:graphicFrameMkLst>
            <pc:docMk/>
            <pc:sldMk cId="280220811" sldId="369"/>
            <ac:graphicFrameMk id="4" creationId="{A93DCB64-8B50-D576-B7BB-7C5F9948435B}"/>
          </ac:graphicFrameMkLst>
        </pc:graphicFrameChg>
      </pc:sldChg>
      <pc:sldChg chg="modSp">
        <pc:chgData name="Olivier Choquet" userId="S::olivier.choquet@vinci.be::53f816d3-8107-4a93-b043-614abb2d31bd" providerId="AD" clId="Web-{95B03866-4AF8-FAAF-9743-993948742303}" dt="2025-09-26T07:11:15.227" v="178" actId="20577"/>
        <pc:sldMkLst>
          <pc:docMk/>
          <pc:sldMk cId="3837988932" sldId="370"/>
        </pc:sldMkLst>
        <pc:spChg chg="mod">
          <ac:chgData name="Olivier Choquet" userId="S::olivier.choquet@vinci.be::53f816d3-8107-4a93-b043-614abb2d31bd" providerId="AD" clId="Web-{95B03866-4AF8-FAAF-9743-993948742303}" dt="2025-09-26T07:11:15.227" v="178" actId="20577"/>
          <ac:spMkLst>
            <pc:docMk/>
            <pc:sldMk cId="3837988932" sldId="370"/>
            <ac:spMk id="3" creationId="{1DC3C5EF-F8ED-EA86-E672-BBA6ACA2FF4F}"/>
          </ac:spMkLst>
        </pc:spChg>
      </pc:sldChg>
      <pc:sldChg chg="modSp add replId">
        <pc:chgData name="Olivier Choquet" userId="S::olivier.choquet@vinci.be::53f816d3-8107-4a93-b043-614abb2d31bd" providerId="AD" clId="Web-{95B03866-4AF8-FAAF-9743-993948742303}" dt="2025-09-26T07:11:49.243" v="181" actId="20577"/>
        <pc:sldMkLst>
          <pc:docMk/>
          <pc:sldMk cId="347405536" sldId="371"/>
        </pc:sldMkLst>
        <pc:spChg chg="mod">
          <ac:chgData name="Olivier Choquet" userId="S::olivier.choquet@vinci.be::53f816d3-8107-4a93-b043-614abb2d31bd" providerId="AD" clId="Web-{95B03866-4AF8-FAAF-9743-993948742303}" dt="2025-09-26T07:11:49.243" v="181" actId="20577"/>
          <ac:spMkLst>
            <pc:docMk/>
            <pc:sldMk cId="347405536" sldId="371"/>
            <ac:spMk id="3" creationId="{62B6F05B-5643-923B-503C-207A5CFD8CD9}"/>
          </ac:spMkLst>
        </pc:spChg>
      </pc:sldChg>
      <pc:sldChg chg="modSp new">
        <pc:chgData name="Olivier Choquet" userId="S::olivier.choquet@vinci.be::53f816d3-8107-4a93-b043-614abb2d31bd" providerId="AD" clId="Web-{95B03866-4AF8-FAAF-9743-993948742303}" dt="2025-09-26T07:14:50.153" v="243" actId="20577"/>
        <pc:sldMkLst>
          <pc:docMk/>
          <pc:sldMk cId="3310426840" sldId="372"/>
        </pc:sldMkLst>
        <pc:spChg chg="mod">
          <ac:chgData name="Olivier Choquet" userId="S::olivier.choquet@vinci.be::53f816d3-8107-4a93-b043-614abb2d31bd" providerId="AD" clId="Web-{95B03866-4AF8-FAAF-9743-993948742303}" dt="2025-09-26T07:12:37.307" v="188" actId="20577"/>
          <ac:spMkLst>
            <pc:docMk/>
            <pc:sldMk cId="3310426840" sldId="372"/>
            <ac:spMk id="2" creationId="{C7065CF9-8C19-FCFC-5313-F922F4A959C0}"/>
          </ac:spMkLst>
        </pc:spChg>
        <pc:spChg chg="mod">
          <ac:chgData name="Olivier Choquet" userId="S::olivier.choquet@vinci.be::53f816d3-8107-4a93-b043-614abb2d31bd" providerId="AD" clId="Web-{95B03866-4AF8-FAAF-9743-993948742303}" dt="2025-09-26T07:14:50.153" v="243" actId="20577"/>
          <ac:spMkLst>
            <pc:docMk/>
            <pc:sldMk cId="3310426840" sldId="372"/>
            <ac:spMk id="3" creationId="{BD4BC580-AD64-8537-0F6A-D1F611E8C748}"/>
          </ac:spMkLst>
        </pc:spChg>
      </pc:sldChg>
      <pc:sldChg chg="modSp add replId">
        <pc:chgData name="Olivier Choquet" userId="S::olivier.choquet@vinci.be::53f816d3-8107-4a93-b043-614abb2d31bd" providerId="AD" clId="Web-{95B03866-4AF8-FAAF-9743-993948742303}" dt="2025-09-26T07:28:40.984" v="248" actId="20577"/>
        <pc:sldMkLst>
          <pc:docMk/>
          <pc:sldMk cId="1651573572" sldId="373"/>
        </pc:sldMkLst>
        <pc:spChg chg="mod">
          <ac:chgData name="Olivier Choquet" userId="S::olivier.choquet@vinci.be::53f816d3-8107-4a93-b043-614abb2d31bd" providerId="AD" clId="Web-{95B03866-4AF8-FAAF-9743-993948742303}" dt="2025-09-26T07:28:40.984" v="248" actId="20577"/>
          <ac:spMkLst>
            <pc:docMk/>
            <pc:sldMk cId="1651573572" sldId="373"/>
            <ac:spMk id="3" creationId="{3D83448D-7D27-21FC-C848-655785B457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DC25A-EE5F-4338-8921-E507240593DB}" type="datetimeFigureOut"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BAD6CE-0287-4787-8D8E-9F3F143BB0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DD194-EA6A-86AB-5C0A-AA073E99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48FA9E-B542-A797-4065-5F8F1CE9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36F02-43B6-96C1-4583-D5D3771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617AD9-451E-E7E9-FF3F-36A50C1B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37580-1A55-B823-9F08-98B58C0A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6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6B9DA-2895-8DAB-7575-FD201E10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9EF85-DD7F-CE82-9DA8-CB77ADDC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01BEC-F772-12BB-42F8-3EBF53E3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E836-084C-631F-777E-13A83CE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E9DB9-06B8-2E6A-A707-0022F948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4B67-9D80-58C2-833C-02BF1C66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AC2C5B-CD7C-359F-5E20-90EB271FC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062AD-CE40-ECBE-2461-0994109D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D91C24-750B-772B-39EB-AEE3BC9C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593CF6-DEA0-54A3-3B0D-16DFD86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7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66CE9-D8AC-23AC-AB85-26F071E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A527B-45D4-FDBA-8A43-2ECF0043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91D06-5D41-A286-35F6-7E5962AA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3FDB4F-5A52-B6D6-AFCB-23B0CCA4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9C4B8D-86B0-6D8E-5799-1DF9046F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345797-C532-3683-0F22-9C0C21F5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7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10FA-7140-2A3F-F17D-1D8F55CB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BEC60-B3E8-70A1-1920-E8E65B5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F08F6-1E9E-7991-A7E4-BBBA4D19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98D948-741B-2551-4395-03AA7CD96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0237D2-8F80-CFAF-989C-B873AC51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E2C985-C329-B01A-EA6E-7ECDC03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B8720D-48B9-7113-5012-7F64AF82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B2D759-968F-C3C6-332A-421C1DB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09FF-76F0-288B-EC6A-0836907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84260B-9290-664A-39BE-1FF8DAB6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B8D1B0-0211-0B30-25B2-2ECAEB7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E3CF8A-DED0-61B4-9477-6691CB2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1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220C5D-59C1-F173-6A80-8466E326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72C3F8-96D7-AC0F-493C-CF032DF8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3F02-C042-5FAF-3F8E-41A0754F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33505-46DC-10BC-72D3-1D3FB4F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B0B73-F197-9E0C-F1BA-E28327D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5E27E2-EF15-C4DC-87AA-2C59806B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4645E9-9E50-C375-B1CA-FDADC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AB4B8-BE69-12A4-352D-EB182E59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B8AD6-D1DB-F85F-A953-B1E35D7F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22E2AB-2449-7EB0-5DB0-51AA510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DD0DB1-5B79-C179-CD88-24666CF7F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885001-8D2A-1E55-6125-046C217D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DC0E5-E406-FB5E-7305-06FF33C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2FFBD0-B81E-CE89-E074-CA3C1985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F1D4-45C0-72EF-AA62-F0166092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9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C69A-4A37-AD34-F416-9C1F0C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1A407-50D8-29B0-6B7C-3F7A084F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DBD08-71D1-D86D-0D7C-C105368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3B908-5B53-7827-C0C4-599125A6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FF548-2FA6-E231-8CE0-D4F3B1E0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0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DECE3-B4CC-42CC-F62E-0789E330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CD9F15-8723-AC1D-CBAE-42E77D42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7D50E-F3A1-FD48-FA20-24BDD23F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B96C1-F640-644F-B8D3-63C4BA94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BE97C-C5D6-E732-0A24-D614B062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A563CA-A6A1-A408-DEDB-BD16137F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929816-B7ED-5106-8A3D-B868532C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D8E43-72A4-8637-96D7-209301290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4B4E-4789-FB44-B071-FF5485E6ED2C}" type="datetimeFigureOut">
              <a:rPr lang="fr-FR" smtClean="0"/>
              <a:t>09/10/2025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261B1-1036-E54A-1F0D-1269DA35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35F02-B551-9B60-B538-24D184CC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737FC-290C-B14A-9145-D3F21EAA14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72A22-7E2C-CD0E-B450-3C3C68A6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80DD42-CFD6-B268-AD76-4624C906C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15"/>
            <a:ext cx="10515600" cy="46666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fr-FR" b="1"/>
              <a:t>Contexte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Une entreprise développe une plateforme de réservation de billets pour des événements culturels. </a:t>
            </a:r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Elle repose sur une architecture </a:t>
            </a:r>
            <a:r>
              <a:rPr lang="fr-FR" b="1">
                <a:ea typeface="+mn-lt"/>
                <a:cs typeface="+mn-lt"/>
              </a:rPr>
              <a:t>micro-services</a:t>
            </a:r>
            <a:r>
              <a:rPr lang="fr-FR">
                <a:ea typeface="+mn-lt"/>
                <a:cs typeface="+mn-lt"/>
              </a:rPr>
              <a:t> :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Utilisateur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Événement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Réservation</a:t>
            </a:r>
            <a:endParaRPr lang="fr-FR"/>
          </a:p>
          <a:p>
            <a:pPr lvl="1">
              <a:buFont typeface="Courier New"/>
              <a:buChar char="o"/>
            </a:pPr>
            <a:r>
              <a:rPr lang="fr-FR" b="1">
                <a:ea typeface="+mn-lt"/>
                <a:cs typeface="+mn-lt"/>
              </a:rPr>
              <a:t>Service Paiement</a:t>
            </a:r>
            <a:endParaRPr lang="fr-FR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 b="1">
                <a:ea typeface="+mn-lt"/>
                <a:cs typeface="+mn-lt"/>
              </a:rPr>
              <a:t>Situation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Lors d’un pic de trafic (ex. : ouverture des ventes pour un concert), le système subit une forte charge. Vous devez garantir une </a:t>
            </a:r>
            <a:r>
              <a:rPr lang="fr-FR" b="1">
                <a:ea typeface="+mn-lt"/>
                <a:cs typeface="+mn-lt"/>
              </a:rPr>
              <a:t>expérience utilisateur fluide</a:t>
            </a:r>
            <a:r>
              <a:rPr lang="fr-FR">
                <a:ea typeface="+mn-lt"/>
                <a:cs typeface="+mn-lt"/>
              </a:rPr>
              <a:t>, tout en maintenant une </a:t>
            </a:r>
            <a:r>
              <a:rPr lang="fr-FR" b="1">
                <a:ea typeface="+mn-lt"/>
                <a:cs typeface="+mn-lt"/>
              </a:rPr>
              <a:t>cohérence raisonnable des données</a:t>
            </a:r>
            <a:r>
              <a:rPr lang="fr-FR">
                <a:ea typeface="+mn-lt"/>
                <a:cs typeface="+mn-lt"/>
              </a:rPr>
              <a:t>.</a:t>
            </a:r>
            <a:endParaRPr lang="fr-FR"/>
          </a:p>
          <a:p>
            <a:pPr indent="-45720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32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FF732-8235-C228-7ACD-26E501D3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7D5EAB-518B-37C7-CC1D-E2492425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/>
              <a:t>🔍 Questions</a:t>
            </a:r>
          </a:p>
          <a:p>
            <a:pPr marL="0" indent="0">
              <a:buNone/>
            </a:pPr>
            <a:r>
              <a:rPr lang="fr-FR"/>
              <a:t> </a:t>
            </a:r>
            <a:r>
              <a:rPr lang="fr-FR" b="1"/>
              <a:t>Analyse du théorème CAP</a:t>
            </a:r>
            <a:endParaRPr lang="fr-FR"/>
          </a:p>
          <a:p>
            <a:r>
              <a:rPr lang="fr-FR">
                <a:ea typeface="+mn-lt"/>
                <a:cs typeface="+mn-lt"/>
              </a:rPr>
              <a:t>Expliquez pourquoi il est impossible de garantir </a:t>
            </a:r>
            <a:r>
              <a:rPr lang="fr-FR" b="1">
                <a:ea typeface="+mn-lt"/>
                <a:cs typeface="+mn-lt"/>
              </a:rPr>
              <a:t>C</a:t>
            </a:r>
            <a:r>
              <a:rPr lang="fr-FR">
                <a:ea typeface="+mn-lt"/>
                <a:cs typeface="+mn-lt"/>
              </a:rPr>
              <a:t>, </a:t>
            </a:r>
            <a:r>
              <a:rPr lang="fr-FR" b="1">
                <a:ea typeface="+mn-lt"/>
                <a:cs typeface="+mn-lt"/>
              </a:rPr>
              <a:t>A</a:t>
            </a:r>
            <a:r>
              <a:rPr lang="fr-FR">
                <a:ea typeface="+mn-lt"/>
                <a:cs typeface="+mn-lt"/>
              </a:rPr>
              <a:t> et </a:t>
            </a:r>
            <a:r>
              <a:rPr lang="fr-FR" b="1">
                <a:ea typeface="+mn-lt"/>
                <a:cs typeface="+mn-lt"/>
              </a:rPr>
              <a:t>P</a:t>
            </a:r>
            <a:r>
              <a:rPr lang="fr-FR">
                <a:ea typeface="+mn-lt"/>
                <a:cs typeface="+mn-lt"/>
              </a:rPr>
              <a:t> en même temps.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>
                <a:ea typeface="+mn-lt"/>
                <a:cs typeface="+mn-lt"/>
              </a:rPr>
              <a:t>En cas de </a:t>
            </a:r>
            <a:r>
              <a:rPr lang="fr-FR" b="1">
                <a:ea typeface="+mn-lt"/>
                <a:cs typeface="+mn-lt"/>
              </a:rPr>
              <a:t>partition réseau</a:t>
            </a:r>
            <a:r>
              <a:rPr lang="fr-FR">
                <a:ea typeface="+mn-lt"/>
                <a:cs typeface="+mn-lt"/>
              </a:rPr>
              <a:t>, un système distribué doit choisir entre 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fr-FR" b="1">
                <a:ea typeface="+mn-lt"/>
                <a:cs typeface="+mn-lt"/>
              </a:rPr>
              <a:t>Cohérence</a:t>
            </a:r>
            <a:r>
              <a:rPr lang="fr-FR">
                <a:ea typeface="+mn-lt"/>
                <a:cs typeface="+mn-lt"/>
              </a:rPr>
              <a:t> : garantir que toutes les instances voient les mêmes données.</a:t>
            </a:r>
            <a:endParaRPr lang="fr-FR"/>
          </a:p>
          <a:p>
            <a:pPr lvl="2">
              <a:buFont typeface="Wingdings" panose="020B0604020202020204" pitchFamily="34" charset="0"/>
              <a:buChar char="§"/>
            </a:pPr>
            <a:r>
              <a:rPr lang="fr-FR" b="1">
                <a:ea typeface="+mn-lt"/>
                <a:cs typeface="+mn-lt"/>
              </a:rPr>
              <a:t>Disponibilité</a:t>
            </a:r>
            <a:r>
              <a:rPr lang="fr-FR">
                <a:ea typeface="+mn-lt"/>
                <a:cs typeface="+mn-lt"/>
              </a:rPr>
              <a:t> : répondre à toutes les requêtes, même si certaines données sont obsolètes.</a:t>
            </a:r>
            <a:endParaRPr lang="fr-FR"/>
          </a:p>
          <a:p>
            <a:r>
              <a:rPr lang="fr-FR">
                <a:ea typeface="+mn-lt"/>
                <a:cs typeface="+mn-lt"/>
              </a:rPr>
              <a:t>Donnez un exemple de situation où une partition réseau pourrait survenir dans ce contexte.</a:t>
            </a:r>
            <a:endParaRPr lang="fr-FR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2600" b="1"/>
              <a:t>Exemple de partition</a:t>
            </a:r>
            <a:r>
              <a:rPr lang="fr-FR" sz="2600"/>
              <a:t> : une perte de connectivité entre le service de réservation et celui de paiement car un pic de trafic lié à l'ouverture des ventes.</a:t>
            </a: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859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A7549-2FFE-97C9-4B41-26D25AFA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5625AD-798B-8F24-62D6-F37E124F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ABC674-6526-8CDD-E6AB-937F4AB3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fr-FR" b="1"/>
              <a:t>Choix stratégique par service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Pour chaque micro-service, indiquez le compromis à privilégier en cas de partition :</a:t>
            </a:r>
            <a:endParaRPr lang="fr-FR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93DCB64-8B50-D576-B7BB-7C5F99484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048443"/>
              </p:ext>
            </p:extLst>
          </p:nvPr>
        </p:nvGraphicFramePr>
        <p:xfrm>
          <a:off x="486103" y="3205655"/>
          <a:ext cx="10926429" cy="331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028">
                  <a:extLst>
                    <a:ext uri="{9D8B030D-6E8A-4147-A177-3AD203B41FA5}">
                      <a16:colId xmlns:a16="http://schemas.microsoft.com/office/drawing/2014/main" val="427379615"/>
                    </a:ext>
                  </a:extLst>
                </a:gridCol>
                <a:gridCol w="2061028">
                  <a:extLst>
                    <a:ext uri="{9D8B030D-6E8A-4147-A177-3AD203B41FA5}">
                      <a16:colId xmlns:a16="http://schemas.microsoft.com/office/drawing/2014/main" val="1487801557"/>
                    </a:ext>
                  </a:extLst>
                </a:gridCol>
                <a:gridCol w="7058373">
                  <a:extLst>
                    <a:ext uri="{9D8B030D-6E8A-4147-A177-3AD203B41FA5}">
                      <a16:colId xmlns:a16="http://schemas.microsoft.com/office/drawing/2014/main" val="3157605091"/>
                    </a:ext>
                  </a:extLst>
                </a:gridCol>
              </a:tblGrid>
              <a:tr h="694406">
                <a:tc>
                  <a:txBody>
                    <a:bodyPr/>
                    <a:lstStyle/>
                    <a:p>
                      <a:r>
                        <a:rPr lang="fr-FR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Aptos"/>
                        </a:rPr>
                        <a:t>Choix : Cohérence ou Disponibilité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804715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Utilisateur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Disponibilité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Aptos"/>
                        </a:rPr>
                        <a:t>Les données utilisateur peuvent être temporairement inconsistantes (ex. : profil non mis à jour), sans impact critique.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75039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Evénement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Disponibilité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Aptos"/>
                        </a:rPr>
                        <a:t>Il est préférable d'afficher les événements même si certains détails sont obsolètes.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682619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Réservation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Cohérence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Aptos"/>
                        </a:rPr>
                        <a:t>Il est crucial d’éviter les doubles réservations ou les conflits de stock.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05212"/>
                  </a:ext>
                </a:extLst>
              </a:tr>
              <a:tr h="655394">
                <a:tc>
                  <a:txBody>
                    <a:bodyPr/>
                    <a:lstStyle/>
                    <a:p>
                      <a:r>
                        <a:rPr lang="fr-FR"/>
                        <a:t>Paiement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Cohérence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Aptos"/>
                        </a:rPr>
                        <a:t>La fiabilité des transactions financières est prioritaire sur la rapidité de réponse.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72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20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8826-4CD1-148B-746B-A335C937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2E4F6-736F-A945-622D-6C6C3A51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B6F05B-5643-923B-503C-207A5CFD8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454"/>
            <a:ext cx="10515600" cy="477950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Quels risques cela engendre ?</a:t>
            </a:r>
            <a:endParaRPr lang="fr-FR"/>
          </a:p>
          <a:p>
            <a:pPr>
              <a:buFont typeface="Arial"/>
              <a:buChar char="•"/>
            </a:pPr>
            <a:endParaRPr lang="fr-FR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:</a:t>
            </a:r>
          </a:p>
          <a:p>
            <a:pPr lvl="2">
              <a:buFont typeface="Arial"/>
              <a:buChar char="•"/>
            </a:pPr>
            <a:r>
              <a:rPr lang="fr-FR" sz="2400">
                <a:ea typeface="+mn-lt"/>
                <a:cs typeface="+mn-lt"/>
              </a:rPr>
              <a:t>Des places sont marquées comme réservées, mais </a:t>
            </a:r>
            <a:r>
              <a:rPr lang="fr-FR" sz="2400" b="1">
                <a:ea typeface="+mn-lt"/>
                <a:cs typeface="+mn-lt"/>
              </a:rPr>
              <a:t>jamais payées</a:t>
            </a:r>
            <a:r>
              <a:rPr lang="fr-FR" sz="2400">
                <a:ea typeface="+mn-lt"/>
                <a:cs typeface="+mn-lt"/>
              </a:rPr>
              <a:t>.</a:t>
            </a:r>
            <a:endParaRPr lang="fr-FR"/>
          </a:p>
          <a:p>
            <a:pPr lvl="2">
              <a:buFont typeface="Arial"/>
              <a:buChar char="•"/>
            </a:pPr>
            <a:r>
              <a:rPr lang="fr-FR" sz="2400">
                <a:ea typeface="+mn-lt"/>
                <a:cs typeface="+mn-lt"/>
              </a:rPr>
              <a:t>Cela bloque des ressources inutilement.</a:t>
            </a:r>
            <a:endParaRPr lang="fr-FR"/>
          </a:p>
          <a:p>
            <a:pPr lvl="1">
              <a:buFont typeface="Arial"/>
              <a:buChar char="•"/>
            </a:pPr>
            <a:r>
              <a:rPr lang="fr-FR" b="1">
                <a:ea typeface="+mn-lt"/>
                <a:cs typeface="+mn-lt"/>
              </a:rPr>
              <a:t>Incohérence des données</a:t>
            </a:r>
            <a:r>
              <a:rPr lang="fr-FR">
                <a:ea typeface="+mn-lt"/>
                <a:cs typeface="+mn-lt"/>
              </a:rPr>
              <a:t> :</a:t>
            </a:r>
            <a:endParaRPr lang="fr-FR"/>
          </a:p>
          <a:p>
            <a:pPr lvl="2">
              <a:buFont typeface="Arial"/>
              <a:buChar char="•"/>
            </a:pPr>
            <a:r>
              <a:rPr lang="fr-FR" sz="2400">
                <a:ea typeface="+mn-lt"/>
                <a:cs typeface="+mn-lt"/>
              </a:rPr>
              <a:t>Le Service Réservation pense que la place est prise.</a:t>
            </a:r>
            <a:endParaRPr lang="fr-FR"/>
          </a:p>
          <a:p>
            <a:pPr lvl="2">
              <a:buFont typeface="Arial"/>
              <a:buChar char="•"/>
            </a:pPr>
            <a:r>
              <a:rPr lang="fr-FR" sz="2400">
                <a:ea typeface="+mn-lt"/>
                <a:cs typeface="+mn-lt"/>
              </a:rPr>
              <a:t>Le Service Paiement n’a jamais validé la transaction.</a:t>
            </a:r>
            <a:endParaRPr lang="fr-FR" sz="2400"/>
          </a:p>
          <a:p>
            <a:pPr lvl="1">
              <a:buFont typeface="Arial"/>
              <a:buChar char="•"/>
            </a:pPr>
            <a:r>
              <a:rPr lang="fr-FR" b="1">
                <a:ea typeface="+mn-lt"/>
                <a:cs typeface="+mn-lt"/>
              </a:rPr>
              <a:t>Expérience utilisateur dégradée</a:t>
            </a:r>
            <a:r>
              <a:rPr lang="fr-FR">
                <a:ea typeface="+mn-lt"/>
                <a:cs typeface="+mn-lt"/>
              </a:rPr>
              <a:t> :</a:t>
            </a:r>
            <a:endParaRPr lang="fr-FR"/>
          </a:p>
          <a:p>
            <a:pPr lvl="2">
              <a:buFont typeface="Arial"/>
              <a:buChar char="•"/>
            </a:pPr>
            <a:r>
              <a:rPr lang="fr-FR" sz="2400">
                <a:ea typeface="+mn-lt"/>
                <a:cs typeface="+mn-lt"/>
              </a:rPr>
              <a:t>L’utilisateur croit avoir réservé, mais n’a pas de confirmation.</a:t>
            </a:r>
            <a:endParaRPr lang="fr-FR"/>
          </a:p>
          <a:p>
            <a:pPr lvl="2">
              <a:buFont typeface="Arial"/>
              <a:buChar char="•"/>
            </a:pPr>
            <a:r>
              <a:rPr lang="fr-FR" sz="2400">
                <a:ea typeface="+mn-lt"/>
                <a:cs typeface="+mn-lt"/>
              </a:rPr>
              <a:t>Risque de double réservation ou de perte de confiance.</a:t>
            </a:r>
            <a:endParaRPr lang="fr-FR"/>
          </a:p>
          <a:p>
            <a:pPr>
              <a:buFont typeface="Arial"/>
              <a:buChar char="•"/>
            </a:pPr>
            <a:endParaRPr lang="fr-FR"/>
          </a:p>
          <a:p>
            <a:pPr marL="0" indent="0">
              <a:buNone/>
            </a:pPr>
            <a:endParaRPr lang="fr-FR"/>
          </a:p>
          <a:p>
            <a:pPr marL="514350" indent="-285750">
              <a:buFont typeface="Arial"/>
              <a:buChar char="•"/>
            </a:pP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05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B6AC-F469-B201-5313-243DA5AB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E7D18C-A215-C19B-2EC7-2D9B4EC2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C3C5EF-F8ED-EA86-E672-BBA6ACA2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454"/>
            <a:ext cx="10515600" cy="47795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Quelles solutions architecturales pouvez-vous proposer pour : 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Éviter les </a:t>
            </a: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(places réservées mais non payées) ?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Réconcilier les données après rétablissement du réseau ?</a:t>
            </a:r>
            <a:endParaRPr lang="fr-FR"/>
          </a:p>
          <a:p>
            <a:pPr>
              <a:buNone/>
            </a:pPr>
            <a:r>
              <a:rPr lang="fr-FR">
                <a:highlight>
                  <a:srgbClr val="FFFF00"/>
                </a:highlight>
              </a:rPr>
              <a:t>1. </a:t>
            </a:r>
            <a:r>
              <a:rPr lang="fr-FR" b="1">
                <a:highlight>
                  <a:srgbClr val="FFFF00"/>
                </a:highlight>
              </a:rPr>
              <a:t>Sagas distribuées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Orchestration ou chorégraphie de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transactions longues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.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Chaque étape a une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action compensatoire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 en cas d’échec.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Exemple : si le paiement échoue, la réservation est annulée automatiquement.</a:t>
            </a:r>
            <a:endParaRPr lang="fr-FR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fr-FR"/>
          </a:p>
          <a:p>
            <a:pPr marL="514350" indent="-285750">
              <a:buFont typeface="Arial"/>
              <a:buChar char="•"/>
            </a:pP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98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2B0D-BC37-E753-F2AB-456C5F61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56602B-0E55-DAE9-14CB-19C5CEE4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200D2B-EB53-0804-AFE4-304A10274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454"/>
            <a:ext cx="10515600" cy="47795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Quelles solutions architecturales pouvez-vous proposer pour : 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Éviter les </a:t>
            </a: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(places réservées mais non payées) ?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Réconcilier les données après rétablissement du réseau ?</a:t>
            </a:r>
            <a:endParaRPr lang="fr-FR"/>
          </a:p>
          <a:p>
            <a:pPr>
              <a:buNone/>
            </a:pPr>
            <a:r>
              <a:rPr lang="fr-FR">
                <a:highlight>
                  <a:srgbClr val="FFFF00"/>
                </a:highlight>
              </a:rPr>
              <a:t>2. </a:t>
            </a:r>
            <a:r>
              <a:rPr lang="fr-FR" b="1">
                <a:highlight>
                  <a:srgbClr val="FFFF00"/>
                </a:highlight>
              </a:rPr>
              <a:t>Event </a:t>
            </a:r>
            <a:r>
              <a:rPr lang="fr-FR" b="1" err="1">
                <a:highlight>
                  <a:srgbClr val="FFFF00"/>
                </a:highlight>
              </a:rPr>
              <a:t>Sourcing</a:t>
            </a:r>
            <a:endParaRPr lang="fr-FR" err="1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Au lieu de stocker l’état final, on stocke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tous les événements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 (ex : "Réservation créée", "Paiement validé").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Permet de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rejouer les événements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 pour reconstruire l’état après une panne.</a:t>
            </a:r>
            <a:endParaRPr lang="fr-FR">
              <a:highlight>
                <a:srgbClr val="FFFF00"/>
              </a:highlight>
            </a:endParaRPr>
          </a:p>
          <a:p>
            <a:pPr>
              <a:buNone/>
            </a:pPr>
            <a:endParaRPr lang="fr-FR" b="1"/>
          </a:p>
          <a:p>
            <a:pPr marL="0" indent="0">
              <a:buNone/>
            </a:pPr>
            <a:endParaRPr lang="fr-FR"/>
          </a:p>
          <a:p>
            <a:pPr marL="514350" indent="-285750">
              <a:buFont typeface="Arial"/>
              <a:buChar char="•"/>
            </a:pP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013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43B0-E29D-37C3-5CE0-9287C43F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3350A-F444-B0AD-3E8A-7150EC15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87D8A1-225F-4C43-CC66-AB589FC8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454"/>
            <a:ext cx="10515600" cy="477950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Quelles solutions architecturales pouvez-vous proposer pour : 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Éviter les </a:t>
            </a: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(places réservées mais non payées) ?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Réconcilier les données après rétablissement du réseau ?</a:t>
            </a:r>
            <a:endParaRPr lang="fr-FR"/>
          </a:p>
          <a:p>
            <a:pPr>
              <a:buNone/>
            </a:pPr>
            <a:r>
              <a:rPr lang="fr-FR">
                <a:highlight>
                  <a:srgbClr val="FFFF00"/>
                </a:highlight>
              </a:rPr>
              <a:t>3. </a:t>
            </a:r>
            <a:r>
              <a:rPr lang="fr-FR" b="1">
                <a:highlight>
                  <a:srgbClr val="FFFF00"/>
                </a:highlight>
              </a:rPr>
              <a:t>CQRS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Séparation des lectures et écritures.</a:t>
            </a: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Permet de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optimiser la cohérence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 en isolant les flux critiques (ex : paiement).</a:t>
            </a: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Les lectures peuvent être faites sur des vues projetées, mises à jour par des événements.</a:t>
            </a:r>
            <a:endParaRPr lang="fr-FR">
              <a:ea typeface="+mn-lt"/>
              <a:cs typeface="+mn-lt"/>
            </a:endParaRPr>
          </a:p>
          <a:p>
            <a:pPr>
              <a:buNone/>
            </a:pPr>
            <a:endParaRPr lang="fr-FR" b="1">
              <a:highlight>
                <a:srgbClr val="FFFF00"/>
              </a:highlight>
            </a:endParaRPr>
          </a:p>
          <a:p>
            <a:pPr>
              <a:buNone/>
            </a:pPr>
            <a:endParaRPr lang="fr-FR" b="1"/>
          </a:p>
          <a:p>
            <a:pPr marL="0" indent="0">
              <a:buNone/>
            </a:pPr>
            <a:endParaRPr lang="fr-FR"/>
          </a:p>
          <a:p>
            <a:pPr marL="514350" indent="-285750">
              <a:buFont typeface="Arial"/>
              <a:buChar char="•"/>
            </a:pP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747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506D-4C55-23E7-F680-09A8A8F5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A2160-A988-8CBA-1078-87F53C6BF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1F7D59-3071-6E7C-73D8-4BE997036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454"/>
            <a:ext cx="10515600" cy="477950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Quelles solutions architecturales pouvez-vous proposer pour : 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Éviter les </a:t>
            </a: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(places réservées mais non payées) ?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Réconcilier les données après rétablissement du réseau ?</a:t>
            </a:r>
            <a:endParaRPr lang="fr-FR"/>
          </a:p>
          <a:p>
            <a:pPr>
              <a:buNone/>
            </a:pPr>
            <a:r>
              <a:rPr lang="fr-FR">
                <a:highlight>
                  <a:srgbClr val="FFFF00"/>
                </a:highlight>
              </a:rPr>
              <a:t>4. </a:t>
            </a:r>
            <a:r>
              <a:rPr lang="fr-FR" b="1">
                <a:highlight>
                  <a:srgbClr val="FFFF00"/>
                </a:highlight>
              </a:rPr>
              <a:t>Timeouts &amp; retries intelligents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Si un service ne répond pas, on peut : </a:t>
            </a:r>
          </a:p>
          <a:p>
            <a:pPr marL="971550" lvl="1" indent="-285750"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Réessayer avec un </a:t>
            </a:r>
            <a:r>
              <a:rPr lang="fr-FR" b="1" err="1">
                <a:highlight>
                  <a:srgbClr val="FFFF00"/>
                </a:highlight>
                <a:ea typeface="+mn-lt"/>
                <a:cs typeface="+mn-lt"/>
              </a:rPr>
              <a:t>backoff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 exponentiel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.</a:t>
            </a:r>
            <a:endParaRPr lang="fr-FR">
              <a:highlight>
                <a:srgbClr val="FFFF00"/>
              </a:highlight>
            </a:endParaRPr>
          </a:p>
          <a:p>
            <a:pPr marL="971550" lvl="1" indent="-285750"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Déclencher une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alerte ou une compensation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.</a:t>
            </a:r>
            <a:endParaRPr lang="fr-FR">
              <a:ea typeface="+mn-lt"/>
              <a:cs typeface="+mn-lt"/>
            </a:endParaRPr>
          </a:p>
          <a:p>
            <a:pPr>
              <a:buNone/>
            </a:pPr>
            <a:endParaRPr lang="fr-FR" b="1">
              <a:highlight>
                <a:srgbClr val="FFFF00"/>
              </a:highlight>
              <a:ea typeface="+mn-lt"/>
              <a:cs typeface="+mn-lt"/>
            </a:endParaRPr>
          </a:p>
          <a:p>
            <a:pPr>
              <a:buNone/>
            </a:pPr>
            <a:endParaRPr lang="fr-FR" b="1">
              <a:highlight>
                <a:srgbClr val="FFFF00"/>
              </a:highlight>
            </a:endParaRPr>
          </a:p>
          <a:p>
            <a:pPr>
              <a:buNone/>
            </a:pPr>
            <a:endParaRPr lang="fr-FR" b="1"/>
          </a:p>
          <a:p>
            <a:pPr marL="0" indent="0">
              <a:buNone/>
            </a:pPr>
            <a:endParaRPr lang="fr-FR"/>
          </a:p>
          <a:p>
            <a:pPr marL="514350" indent="-285750">
              <a:buFont typeface="Arial"/>
              <a:buChar char="•"/>
            </a:pP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771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14EA-B264-3A3F-7448-299E9667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39D2B6-1EAA-0BF2-6BE3-5E63697B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EB7E60-B6D0-81E1-599E-30328E514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454"/>
            <a:ext cx="10515600" cy="47795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fr-FR" b="1"/>
              <a:t>Scénario critique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Le </a:t>
            </a:r>
            <a:r>
              <a:rPr lang="fr-FR" b="1">
                <a:ea typeface="+mn-lt"/>
                <a:cs typeface="+mn-lt"/>
              </a:rPr>
              <a:t>Service Réservation</a:t>
            </a:r>
            <a:r>
              <a:rPr lang="fr-FR">
                <a:ea typeface="+mn-lt"/>
                <a:cs typeface="+mn-lt"/>
              </a:rPr>
              <a:t> et le </a:t>
            </a:r>
            <a:r>
              <a:rPr lang="fr-FR" b="1">
                <a:ea typeface="+mn-lt"/>
                <a:cs typeface="+mn-lt"/>
              </a:rPr>
              <a:t>Service Paiement</a:t>
            </a:r>
            <a:r>
              <a:rPr lang="fr-FR">
                <a:ea typeface="+mn-lt"/>
                <a:cs typeface="+mn-lt"/>
              </a:rPr>
              <a:t> sont désynchronisés à cause d’un problème réseau.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Quelles solutions architecturales pouvez-vous proposer pour : 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Éviter les </a:t>
            </a:r>
            <a:r>
              <a:rPr lang="fr-FR" b="1">
                <a:ea typeface="+mn-lt"/>
                <a:cs typeface="+mn-lt"/>
              </a:rPr>
              <a:t>réservations fantômes</a:t>
            </a:r>
            <a:r>
              <a:rPr lang="fr-FR">
                <a:ea typeface="+mn-lt"/>
                <a:cs typeface="+mn-lt"/>
              </a:rPr>
              <a:t> (places réservées mais non payées) ?</a:t>
            </a:r>
            <a:endParaRPr lang="fr-FR"/>
          </a:p>
          <a:p>
            <a:pPr marL="971550" lvl="1" indent="-285750"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Réconcilier les données après rétablissement du réseau ?</a:t>
            </a:r>
            <a:endParaRPr lang="fr-FR"/>
          </a:p>
          <a:p>
            <a:pPr>
              <a:buNone/>
            </a:pPr>
            <a:r>
              <a:rPr lang="fr-FR">
                <a:highlight>
                  <a:srgbClr val="FFFF00"/>
                </a:highlight>
              </a:rPr>
              <a:t>5. </a:t>
            </a:r>
            <a:r>
              <a:rPr lang="fr-FR" b="1">
                <a:highlight>
                  <a:srgbClr val="FFFF00"/>
                </a:highlight>
              </a:rPr>
              <a:t>File d’attente (Kafka, </a:t>
            </a:r>
            <a:r>
              <a:rPr lang="fr-FR" b="1" err="1">
                <a:highlight>
                  <a:srgbClr val="FFFF00"/>
                </a:highlight>
              </a:rPr>
              <a:t>RabbitMQ</a:t>
            </a:r>
            <a:r>
              <a:rPr lang="fr-FR" b="1">
                <a:highlight>
                  <a:srgbClr val="FFFF00"/>
                </a:highlight>
              </a:rPr>
              <a:t>, etc.)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Les événements (réservation, paiement) sont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publiés dans une file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.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Les services les consomment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de manière asynchrone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.</a:t>
            </a:r>
            <a:endParaRPr lang="fr-FR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Cela garantit la </a:t>
            </a:r>
            <a:r>
              <a:rPr lang="fr-FR" b="1">
                <a:highlight>
                  <a:srgbClr val="FFFF00"/>
                </a:highlight>
                <a:ea typeface="+mn-lt"/>
                <a:cs typeface="+mn-lt"/>
              </a:rPr>
              <a:t>livraison même en cas de panne temporaire</a:t>
            </a:r>
            <a:r>
              <a:rPr lang="fr-FR">
                <a:highlight>
                  <a:srgbClr val="FFFF00"/>
                </a:highlight>
                <a:ea typeface="+mn-lt"/>
                <a:cs typeface="+mn-lt"/>
              </a:rPr>
              <a:t>.</a:t>
            </a:r>
            <a:endParaRPr lang="fr-FR"/>
          </a:p>
          <a:p>
            <a:pPr>
              <a:buNone/>
            </a:pPr>
            <a:endParaRPr lang="fr-FR" b="1">
              <a:highlight>
                <a:srgbClr val="FFFF00"/>
              </a:highlight>
              <a:ea typeface="+mn-lt"/>
              <a:cs typeface="+mn-lt"/>
            </a:endParaRPr>
          </a:p>
          <a:p>
            <a:pPr>
              <a:buNone/>
            </a:pPr>
            <a:endParaRPr lang="fr-FR" b="1">
              <a:highlight>
                <a:srgbClr val="FFFF00"/>
              </a:highlight>
              <a:ea typeface="+mn-lt"/>
              <a:cs typeface="+mn-lt"/>
            </a:endParaRPr>
          </a:p>
          <a:p>
            <a:pPr>
              <a:buNone/>
            </a:pPr>
            <a:endParaRPr lang="fr-FR" b="1">
              <a:highlight>
                <a:srgbClr val="FFFF00"/>
              </a:highlight>
            </a:endParaRPr>
          </a:p>
          <a:p>
            <a:pPr>
              <a:buNone/>
            </a:pPr>
            <a:endParaRPr lang="fr-FR" b="1"/>
          </a:p>
          <a:p>
            <a:pPr marL="0" indent="0">
              <a:buNone/>
            </a:pPr>
            <a:endParaRPr lang="fr-FR"/>
          </a:p>
          <a:p>
            <a:pPr marL="514350" indent="-285750">
              <a:buFont typeface="Arial"/>
              <a:buChar char="•"/>
            </a:pPr>
            <a:endParaRPr lang="fr-FR"/>
          </a:p>
          <a:p>
            <a:pPr>
              <a:buNone/>
            </a:pPr>
            <a:endParaRPr lang="fr-FR" b="1"/>
          </a:p>
          <a:p>
            <a:pPr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74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AC3A-78D1-F89C-39FA-21E2538B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0E250-FCE0-04A7-21C3-A3C970B6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latin typeface="Aptos"/>
              </a:rPr>
              <a:t>🧠 Exercice de réflexion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83448D-7D27-21FC-C848-655785B45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540"/>
            <a:ext cx="10515600" cy="46924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fr-FR" b="1"/>
              <a:t>Conclusion</a:t>
            </a:r>
            <a:endParaRPr lang="fr-FR"/>
          </a:p>
          <a:p>
            <a:pPr>
              <a:buNone/>
            </a:pPr>
            <a:r>
              <a:rPr lang="fr-FR">
                <a:ea typeface="+mn-lt"/>
                <a:cs typeface="+mn-lt"/>
              </a:rPr>
              <a:t>Dans une architecture micro-services, le </a:t>
            </a:r>
            <a:r>
              <a:rPr lang="fr-FR" b="1">
                <a:ea typeface="+mn-lt"/>
                <a:cs typeface="+mn-lt"/>
              </a:rPr>
              <a:t>choix entre cohérence et disponibilité</a:t>
            </a:r>
            <a:r>
              <a:rPr lang="fr-FR">
                <a:ea typeface="+mn-lt"/>
                <a:cs typeface="+mn-lt"/>
              </a:rPr>
              <a:t> dépend du </a:t>
            </a:r>
            <a:r>
              <a:rPr lang="fr-FR" b="1">
                <a:ea typeface="+mn-lt"/>
                <a:cs typeface="+mn-lt"/>
              </a:rPr>
              <a:t>risque métier</a:t>
            </a:r>
            <a:r>
              <a:rPr lang="fr-FR">
                <a:ea typeface="+mn-lt"/>
                <a:cs typeface="+mn-lt"/>
              </a:rPr>
              <a:t>. Il est souvent judicieux de 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Prioriser la </a:t>
            </a:r>
            <a:r>
              <a:rPr lang="fr-FR" b="1">
                <a:ea typeface="+mn-lt"/>
                <a:cs typeface="+mn-lt"/>
              </a:rPr>
              <a:t>cohérence</a:t>
            </a:r>
            <a:r>
              <a:rPr lang="fr-FR">
                <a:ea typeface="+mn-lt"/>
                <a:cs typeface="+mn-lt"/>
              </a:rPr>
              <a:t> pour les services critiques (paiement, réservation).</a:t>
            </a:r>
            <a:endParaRPr lang="fr-FR"/>
          </a:p>
          <a:p>
            <a:pPr>
              <a:buFont typeface="Arial"/>
              <a:buChar char="•"/>
            </a:pPr>
            <a:r>
              <a:rPr lang="fr-FR">
                <a:ea typeface="+mn-lt"/>
                <a:cs typeface="+mn-lt"/>
              </a:rPr>
              <a:t>Accepter une </a:t>
            </a:r>
            <a:r>
              <a:rPr lang="fr-FR" b="1">
                <a:ea typeface="+mn-lt"/>
                <a:cs typeface="+mn-lt"/>
              </a:rPr>
              <a:t>cohérence éventuelle</a:t>
            </a:r>
            <a:r>
              <a:rPr lang="fr-FR">
                <a:ea typeface="+mn-lt"/>
                <a:cs typeface="+mn-lt"/>
              </a:rPr>
              <a:t> pour les services périphériques (profil, affichage).</a:t>
            </a:r>
            <a:endParaRPr lang="fr-FR"/>
          </a:p>
          <a:p>
            <a:pPr marL="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5735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D1306D512654B98E69FC24695A753" ma:contentTypeVersion="15" ma:contentTypeDescription="Crée un document." ma:contentTypeScope="" ma:versionID="28052f1bfc756513fdd0761c43ce7efd">
  <xsd:schema xmlns:xsd="http://www.w3.org/2001/XMLSchema" xmlns:xs="http://www.w3.org/2001/XMLSchema" xmlns:p="http://schemas.microsoft.com/office/2006/metadata/properties" xmlns:ns2="c7472d64-0d3a-484e-8dae-9877b44b21bc" xmlns:ns3="3f185228-d0ce-4b0b-b59f-3a34cdc9a5e8" targetNamespace="http://schemas.microsoft.com/office/2006/metadata/properties" ma:root="true" ma:fieldsID="4d768537006f52dd3f7fe37d41052ab4" ns2:_="" ns3:_="">
    <xsd:import namespace="c7472d64-0d3a-484e-8dae-9877b44b21bc"/>
    <xsd:import namespace="3f185228-d0ce-4b0b-b59f-3a34cdc9a5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72d64-0d3a-484e-8dae-9877b44b2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99b3629-034e-40d8-81e2-b8c7a4d86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85228-d0ce-4b0b-b59f-3a34cdc9a5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8feede-4adb-4166-85fa-b177792af49a}" ma:internalName="TaxCatchAll" ma:showField="CatchAllData" ma:web="3f185228-d0ce-4b0b-b59f-3a34cdc9a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472d64-0d3a-484e-8dae-9877b44b21bc">
      <Terms xmlns="http://schemas.microsoft.com/office/infopath/2007/PartnerControls"/>
    </lcf76f155ced4ddcb4097134ff3c332f>
    <TaxCatchAll xmlns="3f185228-d0ce-4b0b-b59f-3a34cdc9a5e8" xsi:nil="true"/>
    <SharedWithUsers xmlns="3f185228-d0ce-4b0b-b59f-3a34cdc9a5e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A6A60DD-0819-44A7-BCCB-22A76EDEC8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692F0A-9A6C-43F2-8259-CC61EB2FD34B}">
  <ds:schemaRefs>
    <ds:schemaRef ds:uri="3f185228-d0ce-4b0b-b59f-3a34cdc9a5e8"/>
    <ds:schemaRef ds:uri="c7472d64-0d3a-484e-8dae-9877b44b21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E48E1A7-97CF-485A-ABD4-0EF9F7BDF039}">
  <ds:schemaRefs>
    <ds:schemaRef ds:uri="3f185228-d0ce-4b0b-b59f-3a34cdc9a5e8"/>
    <ds:schemaRef ds:uri="c7472d64-0d3a-484e-8dae-9877b44b21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Thème Office</vt:lpstr>
      <vt:lpstr>🧠 Exercice de réflexion</vt:lpstr>
      <vt:lpstr>🧠 Exercice de réflexion</vt:lpstr>
      <vt:lpstr>🧠 Exercice de réflexion</vt:lpstr>
      <vt:lpstr>🧠 Exercice de réflexion</vt:lpstr>
      <vt:lpstr>🧠 Exercice de réflexion</vt:lpstr>
      <vt:lpstr>🧠 Exercice de réflexion</vt:lpstr>
      <vt:lpstr>🧠 Exercice de réflexion</vt:lpstr>
      <vt:lpstr>🧠 Exercice de réflexion</vt:lpstr>
      <vt:lpstr>🧠 Exercice de réflexion</vt:lpstr>
      <vt:lpstr>🧠 Exercice de réflexion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STREBELLE</dc:creator>
  <cp:revision>1</cp:revision>
  <dcterms:created xsi:type="dcterms:W3CDTF">2024-09-17T08:11:48Z</dcterms:created>
  <dcterms:modified xsi:type="dcterms:W3CDTF">2025-10-09T08:00:01Z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Order">
    <vt:r8>1028800</vt:r8>
  </property>
  <property fmtid="{D5CDD505-2E9C-101B-9397-08002B2CF9AE}" pid="4" name="ContentTypeId">
    <vt:lpwstr>0x010100D3ED1306D512654B98E69FC24695A753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