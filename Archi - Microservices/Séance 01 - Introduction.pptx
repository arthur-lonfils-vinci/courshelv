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85" r:id="rId9"/>
    <p:sldId id="286" r:id="rId10"/>
    <p:sldId id="289" r:id="rId11"/>
    <p:sldId id="287" r:id="rId12"/>
    <p:sldId id="288" r:id="rId13"/>
    <p:sldId id="291" r:id="rId14"/>
    <p:sldId id="290" r:id="rId15"/>
    <p:sldId id="292" r:id="rId16"/>
    <p:sldId id="293" r:id="rId17"/>
    <p:sldId id="294" r:id="rId18"/>
    <p:sldId id="296" r:id="rId19"/>
    <p:sldId id="297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36E59-0419-254A-924C-E3CD4DD2D708}" v="23" dt="2025-09-14T22:58:12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/>
    <p:restoredTop sz="94737"/>
  </p:normalViewPr>
  <p:slideViewPr>
    <p:cSldViewPr snapToGrid="0">
      <p:cViewPr varScale="1">
        <p:scale>
          <a:sx n="159" d="100"/>
          <a:sy n="159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STREBELLE" userId="73885514-5da4-4c77-879d-93e833794f3a" providerId="ADAL" clId="{DDC4CFED-5C51-5FD5-B7B3-5EAC73D9F10A}"/>
    <pc:docChg chg="undo custSel addSld delSld modSld">
      <pc:chgData name="Sébastien STREBELLE" userId="73885514-5da4-4c77-879d-93e833794f3a" providerId="ADAL" clId="{DDC4CFED-5C51-5FD5-B7B3-5EAC73D9F10A}" dt="2025-09-14T23:08:24.202" v="2789" actId="20577"/>
      <pc:docMkLst>
        <pc:docMk/>
      </pc:docMkLst>
      <pc:sldChg chg="modSp mod">
        <pc:chgData name="Sébastien STREBELLE" userId="73885514-5da4-4c77-879d-93e833794f3a" providerId="ADAL" clId="{DDC4CFED-5C51-5FD5-B7B3-5EAC73D9F10A}" dt="2025-09-14T22:09:12.287" v="2073" actId="14826"/>
        <pc:sldMkLst>
          <pc:docMk/>
          <pc:sldMk cId="2572945855" sldId="256"/>
        </pc:sldMkLst>
        <pc:spChg chg="mod">
          <ac:chgData name="Sébastien STREBELLE" userId="73885514-5da4-4c77-879d-93e833794f3a" providerId="ADAL" clId="{DDC4CFED-5C51-5FD5-B7B3-5EAC73D9F10A}" dt="2025-09-14T20:28:38.699" v="14" actId="20577"/>
          <ac:spMkLst>
            <pc:docMk/>
            <pc:sldMk cId="2572945855" sldId="256"/>
            <ac:spMk id="2" creationId="{60EE6AC7-315F-49D3-AD4C-A25F1AA1146F}"/>
          </ac:spMkLst>
        </pc:spChg>
        <pc:spChg chg="mod">
          <ac:chgData name="Sébastien STREBELLE" userId="73885514-5da4-4c77-879d-93e833794f3a" providerId="ADAL" clId="{DDC4CFED-5C51-5FD5-B7B3-5EAC73D9F10A}" dt="2025-09-14T20:29:42.511" v="50" actId="20577"/>
          <ac:spMkLst>
            <pc:docMk/>
            <pc:sldMk cId="2572945855" sldId="256"/>
            <ac:spMk id="30" creationId="{7B9BDEE1-A208-4642-B50F-3B97DAAAF184}"/>
          </ac:spMkLst>
        </pc:spChg>
        <pc:picChg chg="mod">
          <ac:chgData name="Sébastien STREBELLE" userId="73885514-5da4-4c77-879d-93e833794f3a" providerId="ADAL" clId="{DDC4CFED-5C51-5FD5-B7B3-5EAC73D9F10A}" dt="2025-09-14T22:09:12.287" v="2073" actId="14826"/>
          <ac:picMkLst>
            <pc:docMk/>
            <pc:sldMk cId="2572945855" sldId="256"/>
            <ac:picMk id="10" creationId="{F57CF551-3363-4D14-AB20-4E3BC78961E0}"/>
          </ac:picMkLst>
        </pc:picChg>
      </pc:sldChg>
      <pc:sldChg chg="modSp mod">
        <pc:chgData name="Sébastien STREBELLE" userId="73885514-5da4-4c77-879d-93e833794f3a" providerId="ADAL" clId="{DDC4CFED-5C51-5FD5-B7B3-5EAC73D9F10A}" dt="2025-09-14T21:11:57.821" v="1181" actId="20577"/>
        <pc:sldMkLst>
          <pc:docMk/>
          <pc:sldMk cId="1099141653" sldId="257"/>
        </pc:sldMkLst>
        <pc:spChg chg="mod">
          <ac:chgData name="Sébastien STREBELLE" userId="73885514-5da4-4c77-879d-93e833794f3a" providerId="ADAL" clId="{DDC4CFED-5C51-5FD5-B7B3-5EAC73D9F10A}" dt="2025-09-14T21:11:57.821" v="1181" actId="20577"/>
          <ac:spMkLst>
            <pc:docMk/>
            <pc:sldMk cId="1099141653" sldId="257"/>
            <ac:spMk id="3" creationId="{BAA3E2B0-20FA-0FFF-2687-EE7CD3A1806B}"/>
          </ac:spMkLst>
        </pc:spChg>
      </pc:sldChg>
      <pc:sldChg chg="modSp mod">
        <pc:chgData name="Sébastien STREBELLE" userId="73885514-5da4-4c77-879d-93e833794f3a" providerId="ADAL" clId="{DDC4CFED-5C51-5FD5-B7B3-5EAC73D9F10A}" dt="2025-09-14T20:51:20.520" v="704" actId="20577"/>
        <pc:sldMkLst>
          <pc:docMk/>
          <pc:sldMk cId="2430022921" sldId="258"/>
        </pc:sldMkLst>
        <pc:spChg chg="mod">
          <ac:chgData name="Sébastien STREBELLE" userId="73885514-5da4-4c77-879d-93e833794f3a" providerId="ADAL" clId="{DDC4CFED-5C51-5FD5-B7B3-5EAC73D9F10A}" dt="2025-09-14T20:51:20.520" v="704" actId="20577"/>
          <ac:spMkLst>
            <pc:docMk/>
            <pc:sldMk cId="2430022921" sldId="258"/>
            <ac:spMk id="3" creationId="{5B9C0E0A-17F4-1FB7-8317-DD46C4663F66}"/>
          </ac:spMkLst>
        </pc:spChg>
      </pc:sldChg>
      <pc:sldChg chg="modSp mod">
        <pc:chgData name="Sébastien STREBELLE" userId="73885514-5da4-4c77-879d-93e833794f3a" providerId="ADAL" clId="{DDC4CFED-5C51-5FD5-B7B3-5EAC73D9F10A}" dt="2025-09-14T22:10:36.074" v="2082" actId="14826"/>
        <pc:sldMkLst>
          <pc:docMk/>
          <pc:sldMk cId="1253294008" sldId="259"/>
        </pc:sldMkLst>
        <pc:spChg chg="mod">
          <ac:chgData name="Sébastien STREBELLE" userId="73885514-5da4-4c77-879d-93e833794f3a" providerId="ADAL" clId="{DDC4CFED-5C51-5FD5-B7B3-5EAC73D9F10A}" dt="2025-09-14T20:36:47.387" v="406" actId="20577"/>
          <ac:spMkLst>
            <pc:docMk/>
            <pc:sldMk cId="1253294008" sldId="259"/>
            <ac:spMk id="2" creationId="{4F139935-74FC-A480-9E45-7180F0745FB2}"/>
          </ac:spMkLst>
        </pc:spChg>
        <pc:picChg chg="mod">
          <ac:chgData name="Sébastien STREBELLE" userId="73885514-5da4-4c77-879d-93e833794f3a" providerId="ADAL" clId="{DDC4CFED-5C51-5FD5-B7B3-5EAC73D9F10A}" dt="2025-09-14T22:10:36.074" v="2082" actId="14826"/>
          <ac:picMkLst>
            <pc:docMk/>
            <pc:sldMk cId="1253294008" sldId="259"/>
            <ac:picMk id="4" creationId="{0BBD1AA3-F963-5205-C892-6D4EA0569847}"/>
          </ac:picMkLst>
        </pc:picChg>
      </pc:sldChg>
      <pc:sldChg chg="modSp del mod">
        <pc:chgData name="Sébastien STREBELLE" userId="73885514-5da4-4c77-879d-93e833794f3a" providerId="ADAL" clId="{DDC4CFED-5C51-5FD5-B7B3-5EAC73D9F10A}" dt="2025-09-14T21:32:14.683" v="1655" actId="2696"/>
        <pc:sldMkLst>
          <pc:docMk/>
          <pc:sldMk cId="3557335246" sldId="260"/>
        </pc:sldMkLst>
        <pc:spChg chg="mod">
          <ac:chgData name="Sébastien STREBELLE" userId="73885514-5da4-4c77-879d-93e833794f3a" providerId="ADAL" clId="{DDC4CFED-5C51-5FD5-B7B3-5EAC73D9F10A}" dt="2025-09-14T20:37:02.565" v="435" actId="20577"/>
          <ac:spMkLst>
            <pc:docMk/>
            <pc:sldMk cId="3557335246" sldId="260"/>
            <ac:spMk id="2" creationId="{D9A9A7D4-B62C-656E-3A24-A8B421E4E142}"/>
          </ac:spMkLst>
        </pc:spChg>
        <pc:spChg chg="mod">
          <ac:chgData name="Sébastien STREBELLE" userId="73885514-5da4-4c77-879d-93e833794f3a" providerId="ADAL" clId="{DDC4CFED-5C51-5FD5-B7B3-5EAC73D9F10A}" dt="2025-09-14T20:57:46.527" v="887" actId="21"/>
          <ac:spMkLst>
            <pc:docMk/>
            <pc:sldMk cId="3557335246" sldId="260"/>
            <ac:spMk id="3" creationId="{84539718-DDFD-B4C4-B083-07F4DA396BD1}"/>
          </ac:spMkLst>
        </pc:spChg>
      </pc:sldChg>
      <pc:sldChg chg="del">
        <pc:chgData name="Sébastien STREBELLE" userId="73885514-5da4-4c77-879d-93e833794f3a" providerId="ADAL" clId="{DDC4CFED-5C51-5FD5-B7B3-5EAC73D9F10A}" dt="2025-09-14T21:07:16.201" v="1015" actId="2696"/>
        <pc:sldMkLst>
          <pc:docMk/>
          <pc:sldMk cId="3688672652" sldId="261"/>
        </pc:sldMkLst>
      </pc:sldChg>
      <pc:sldChg chg="del">
        <pc:chgData name="Sébastien STREBELLE" userId="73885514-5da4-4c77-879d-93e833794f3a" providerId="ADAL" clId="{DDC4CFED-5C51-5FD5-B7B3-5EAC73D9F10A}" dt="2025-09-14T21:07:16.195" v="1013" actId="2696"/>
        <pc:sldMkLst>
          <pc:docMk/>
          <pc:sldMk cId="3727640418" sldId="262"/>
        </pc:sldMkLst>
      </pc:sldChg>
      <pc:sldChg chg="del">
        <pc:chgData name="Sébastien STREBELLE" userId="73885514-5da4-4c77-879d-93e833794f3a" providerId="ADAL" clId="{DDC4CFED-5C51-5FD5-B7B3-5EAC73D9F10A}" dt="2025-09-14T21:07:16.193" v="1012" actId="2696"/>
        <pc:sldMkLst>
          <pc:docMk/>
          <pc:sldMk cId="2670485253" sldId="264"/>
        </pc:sldMkLst>
      </pc:sldChg>
      <pc:sldChg chg="del">
        <pc:chgData name="Sébastien STREBELLE" userId="73885514-5da4-4c77-879d-93e833794f3a" providerId="ADAL" clId="{DDC4CFED-5C51-5FD5-B7B3-5EAC73D9F10A}" dt="2025-09-14T21:07:16.191" v="1011" actId="2696"/>
        <pc:sldMkLst>
          <pc:docMk/>
          <pc:sldMk cId="2238156597" sldId="265"/>
        </pc:sldMkLst>
      </pc:sldChg>
      <pc:sldChg chg="del">
        <pc:chgData name="Sébastien STREBELLE" userId="73885514-5da4-4c77-879d-93e833794f3a" providerId="ADAL" clId="{DDC4CFED-5C51-5FD5-B7B3-5EAC73D9F10A}" dt="2025-09-14T21:07:16.189" v="1010" actId="2696"/>
        <pc:sldMkLst>
          <pc:docMk/>
          <pc:sldMk cId="3941469822" sldId="266"/>
        </pc:sldMkLst>
      </pc:sldChg>
      <pc:sldChg chg="del">
        <pc:chgData name="Sébastien STREBELLE" userId="73885514-5da4-4c77-879d-93e833794f3a" providerId="ADAL" clId="{DDC4CFED-5C51-5FD5-B7B3-5EAC73D9F10A}" dt="2025-09-14T21:07:16.186" v="1009" actId="2696"/>
        <pc:sldMkLst>
          <pc:docMk/>
          <pc:sldMk cId="3952338872" sldId="267"/>
        </pc:sldMkLst>
      </pc:sldChg>
      <pc:sldChg chg="del">
        <pc:chgData name="Sébastien STREBELLE" userId="73885514-5da4-4c77-879d-93e833794f3a" providerId="ADAL" clId="{DDC4CFED-5C51-5FD5-B7B3-5EAC73D9F10A}" dt="2025-09-14T21:07:16.184" v="1008" actId="2696"/>
        <pc:sldMkLst>
          <pc:docMk/>
          <pc:sldMk cId="3027702800" sldId="268"/>
        </pc:sldMkLst>
      </pc:sldChg>
      <pc:sldChg chg="del">
        <pc:chgData name="Sébastien STREBELLE" userId="73885514-5da4-4c77-879d-93e833794f3a" providerId="ADAL" clId="{DDC4CFED-5C51-5FD5-B7B3-5EAC73D9F10A}" dt="2025-09-14T21:07:16.182" v="1007" actId="2696"/>
        <pc:sldMkLst>
          <pc:docMk/>
          <pc:sldMk cId="599721133" sldId="269"/>
        </pc:sldMkLst>
      </pc:sldChg>
      <pc:sldChg chg="del">
        <pc:chgData name="Sébastien STREBELLE" userId="73885514-5da4-4c77-879d-93e833794f3a" providerId="ADAL" clId="{DDC4CFED-5C51-5FD5-B7B3-5EAC73D9F10A}" dt="2025-09-14T21:07:16.150" v="1006" actId="2696"/>
        <pc:sldMkLst>
          <pc:docMk/>
          <pc:sldMk cId="2529938750" sldId="270"/>
        </pc:sldMkLst>
      </pc:sldChg>
      <pc:sldChg chg="del">
        <pc:chgData name="Sébastien STREBELLE" userId="73885514-5da4-4c77-879d-93e833794f3a" providerId="ADAL" clId="{DDC4CFED-5C51-5FD5-B7B3-5EAC73D9F10A}" dt="2025-09-14T21:07:16.142" v="1004" actId="2696"/>
        <pc:sldMkLst>
          <pc:docMk/>
          <pc:sldMk cId="1847559429" sldId="271"/>
        </pc:sldMkLst>
      </pc:sldChg>
      <pc:sldChg chg="del">
        <pc:chgData name="Sébastien STREBELLE" userId="73885514-5da4-4c77-879d-93e833794f3a" providerId="ADAL" clId="{DDC4CFED-5C51-5FD5-B7B3-5EAC73D9F10A}" dt="2025-09-14T21:07:16.140" v="1003" actId="2696"/>
        <pc:sldMkLst>
          <pc:docMk/>
          <pc:sldMk cId="380910684" sldId="272"/>
        </pc:sldMkLst>
      </pc:sldChg>
      <pc:sldChg chg="del">
        <pc:chgData name="Sébastien STREBELLE" userId="73885514-5da4-4c77-879d-93e833794f3a" providerId="ADAL" clId="{DDC4CFED-5C51-5FD5-B7B3-5EAC73D9F10A}" dt="2025-09-14T21:07:16.138" v="1002" actId="2696"/>
        <pc:sldMkLst>
          <pc:docMk/>
          <pc:sldMk cId="1202008663" sldId="273"/>
        </pc:sldMkLst>
      </pc:sldChg>
      <pc:sldChg chg="del">
        <pc:chgData name="Sébastien STREBELLE" userId="73885514-5da4-4c77-879d-93e833794f3a" providerId="ADAL" clId="{DDC4CFED-5C51-5FD5-B7B3-5EAC73D9F10A}" dt="2025-09-14T21:07:16.136" v="1001" actId="2696"/>
        <pc:sldMkLst>
          <pc:docMk/>
          <pc:sldMk cId="4039110660" sldId="274"/>
        </pc:sldMkLst>
      </pc:sldChg>
      <pc:sldChg chg="del">
        <pc:chgData name="Sébastien STREBELLE" userId="73885514-5da4-4c77-879d-93e833794f3a" providerId="ADAL" clId="{DDC4CFED-5C51-5FD5-B7B3-5EAC73D9F10A}" dt="2025-09-14T21:07:16.134" v="1000" actId="2696"/>
        <pc:sldMkLst>
          <pc:docMk/>
          <pc:sldMk cId="3300121420" sldId="275"/>
        </pc:sldMkLst>
      </pc:sldChg>
      <pc:sldChg chg="del">
        <pc:chgData name="Sébastien STREBELLE" userId="73885514-5da4-4c77-879d-93e833794f3a" providerId="ADAL" clId="{DDC4CFED-5C51-5FD5-B7B3-5EAC73D9F10A}" dt="2025-09-14T21:07:16.132" v="999" actId="2696"/>
        <pc:sldMkLst>
          <pc:docMk/>
          <pc:sldMk cId="255754124" sldId="276"/>
        </pc:sldMkLst>
      </pc:sldChg>
      <pc:sldChg chg="del">
        <pc:chgData name="Sébastien STREBELLE" userId="73885514-5da4-4c77-879d-93e833794f3a" providerId="ADAL" clId="{DDC4CFED-5C51-5FD5-B7B3-5EAC73D9F10A}" dt="2025-09-14T21:07:16.148" v="1005" actId="2696"/>
        <pc:sldMkLst>
          <pc:docMk/>
          <pc:sldMk cId="3047731491" sldId="277"/>
        </pc:sldMkLst>
      </pc:sldChg>
      <pc:sldChg chg="del">
        <pc:chgData name="Sébastien STREBELLE" userId="73885514-5da4-4c77-879d-93e833794f3a" providerId="ADAL" clId="{DDC4CFED-5C51-5FD5-B7B3-5EAC73D9F10A}" dt="2025-09-14T21:07:16.129" v="998" actId="2696"/>
        <pc:sldMkLst>
          <pc:docMk/>
          <pc:sldMk cId="3774636376" sldId="278"/>
        </pc:sldMkLst>
      </pc:sldChg>
      <pc:sldChg chg="del">
        <pc:chgData name="Sébastien STREBELLE" userId="73885514-5da4-4c77-879d-93e833794f3a" providerId="ADAL" clId="{DDC4CFED-5C51-5FD5-B7B3-5EAC73D9F10A}" dt="2025-09-14T21:07:16.127" v="997" actId="2696"/>
        <pc:sldMkLst>
          <pc:docMk/>
          <pc:sldMk cId="3436458287" sldId="279"/>
        </pc:sldMkLst>
      </pc:sldChg>
      <pc:sldChg chg="del">
        <pc:chgData name="Sébastien STREBELLE" userId="73885514-5da4-4c77-879d-93e833794f3a" providerId="ADAL" clId="{DDC4CFED-5C51-5FD5-B7B3-5EAC73D9F10A}" dt="2025-09-14T21:07:16.125" v="996" actId="2696"/>
        <pc:sldMkLst>
          <pc:docMk/>
          <pc:sldMk cId="2582563129" sldId="280"/>
        </pc:sldMkLst>
      </pc:sldChg>
      <pc:sldChg chg="del">
        <pc:chgData name="Sébastien STREBELLE" userId="73885514-5da4-4c77-879d-93e833794f3a" providerId="ADAL" clId="{DDC4CFED-5C51-5FD5-B7B3-5EAC73D9F10A}" dt="2025-09-14T21:07:16.123" v="995" actId="2696"/>
        <pc:sldMkLst>
          <pc:docMk/>
          <pc:sldMk cId="114657278" sldId="281"/>
        </pc:sldMkLst>
      </pc:sldChg>
      <pc:sldChg chg="del">
        <pc:chgData name="Sébastien STREBELLE" userId="73885514-5da4-4c77-879d-93e833794f3a" providerId="ADAL" clId="{DDC4CFED-5C51-5FD5-B7B3-5EAC73D9F10A}" dt="2025-09-14T21:07:16.077" v="994" actId="2696"/>
        <pc:sldMkLst>
          <pc:docMk/>
          <pc:sldMk cId="4087841972" sldId="282"/>
        </pc:sldMkLst>
      </pc:sldChg>
      <pc:sldChg chg="del">
        <pc:chgData name="Sébastien STREBELLE" userId="73885514-5da4-4c77-879d-93e833794f3a" providerId="ADAL" clId="{DDC4CFED-5C51-5FD5-B7B3-5EAC73D9F10A}" dt="2025-09-14T21:07:16.073" v="993" actId="2696"/>
        <pc:sldMkLst>
          <pc:docMk/>
          <pc:sldMk cId="2452815873" sldId="283"/>
        </pc:sldMkLst>
      </pc:sldChg>
      <pc:sldChg chg="del">
        <pc:chgData name="Sébastien STREBELLE" userId="73885514-5da4-4c77-879d-93e833794f3a" providerId="ADAL" clId="{DDC4CFED-5C51-5FD5-B7B3-5EAC73D9F10A}" dt="2025-09-14T21:07:16.196" v="1014" actId="2696"/>
        <pc:sldMkLst>
          <pc:docMk/>
          <pc:sldMk cId="1201993478" sldId="284"/>
        </pc:sldMkLst>
      </pc:sldChg>
      <pc:sldChg chg="modSp add mod">
        <pc:chgData name="Sébastien STREBELLE" userId="73885514-5da4-4c77-879d-93e833794f3a" providerId="ADAL" clId="{DDC4CFED-5C51-5FD5-B7B3-5EAC73D9F10A}" dt="2025-09-14T21:22:58.702" v="1314" actId="20577"/>
        <pc:sldMkLst>
          <pc:docMk/>
          <pc:sldMk cId="2458952203" sldId="285"/>
        </pc:sldMkLst>
        <pc:spChg chg="mod">
          <ac:chgData name="Sébastien STREBELLE" userId="73885514-5da4-4c77-879d-93e833794f3a" providerId="ADAL" clId="{DDC4CFED-5C51-5FD5-B7B3-5EAC73D9F10A}" dt="2025-09-14T21:22:58.702" v="1314" actId="20577"/>
          <ac:spMkLst>
            <pc:docMk/>
            <pc:sldMk cId="2458952203" sldId="285"/>
            <ac:spMk id="3" creationId="{112BB07C-D4BB-89DB-186C-F2885E06CECC}"/>
          </ac:spMkLst>
        </pc:spChg>
      </pc:sldChg>
      <pc:sldChg chg="modSp new mod">
        <pc:chgData name="Sébastien STREBELLE" userId="73885514-5da4-4c77-879d-93e833794f3a" providerId="ADAL" clId="{DDC4CFED-5C51-5FD5-B7B3-5EAC73D9F10A}" dt="2025-09-14T21:19:30.785" v="1274" actId="20577"/>
        <pc:sldMkLst>
          <pc:docMk/>
          <pc:sldMk cId="3298074198" sldId="286"/>
        </pc:sldMkLst>
        <pc:spChg chg="mod">
          <ac:chgData name="Sébastien STREBELLE" userId="73885514-5da4-4c77-879d-93e833794f3a" providerId="ADAL" clId="{DDC4CFED-5C51-5FD5-B7B3-5EAC73D9F10A}" dt="2025-09-14T21:09:18.163" v="1073" actId="20577"/>
          <ac:spMkLst>
            <pc:docMk/>
            <pc:sldMk cId="3298074198" sldId="286"/>
            <ac:spMk id="2" creationId="{E1961E18-D51E-E265-CD9C-5986892C5217}"/>
          </ac:spMkLst>
        </pc:spChg>
        <pc:spChg chg="mod">
          <ac:chgData name="Sébastien STREBELLE" userId="73885514-5da4-4c77-879d-93e833794f3a" providerId="ADAL" clId="{DDC4CFED-5C51-5FD5-B7B3-5EAC73D9F10A}" dt="2025-09-14T21:19:30.785" v="1274" actId="20577"/>
          <ac:spMkLst>
            <pc:docMk/>
            <pc:sldMk cId="3298074198" sldId="286"/>
            <ac:spMk id="3" creationId="{7907EE73-A4E5-3FD9-6C6A-E1A50EA584FA}"/>
          </ac:spMkLst>
        </pc:spChg>
      </pc:sldChg>
      <pc:sldChg chg="modSp add mod">
        <pc:chgData name="Sébastien STREBELLE" userId="73885514-5da4-4c77-879d-93e833794f3a" providerId="ADAL" clId="{DDC4CFED-5C51-5FD5-B7B3-5EAC73D9F10A}" dt="2025-09-14T22:10:42.874" v="2083" actId="14826"/>
        <pc:sldMkLst>
          <pc:docMk/>
          <pc:sldMk cId="4200713795" sldId="287"/>
        </pc:sldMkLst>
        <pc:spChg chg="mod">
          <ac:chgData name="Sébastien STREBELLE" userId="73885514-5da4-4c77-879d-93e833794f3a" providerId="ADAL" clId="{DDC4CFED-5C51-5FD5-B7B3-5EAC73D9F10A}" dt="2025-09-14T21:24:24.787" v="1341" actId="20577"/>
          <ac:spMkLst>
            <pc:docMk/>
            <pc:sldMk cId="4200713795" sldId="287"/>
            <ac:spMk id="2" creationId="{94BEA4F4-D259-7289-3751-07D7D05FCB1C}"/>
          </ac:spMkLst>
        </pc:spChg>
        <pc:picChg chg="mod">
          <ac:chgData name="Sébastien STREBELLE" userId="73885514-5da4-4c77-879d-93e833794f3a" providerId="ADAL" clId="{DDC4CFED-5C51-5FD5-B7B3-5EAC73D9F10A}" dt="2025-09-14T22:10:42.874" v="2083" actId="14826"/>
          <ac:picMkLst>
            <pc:docMk/>
            <pc:sldMk cId="4200713795" sldId="287"/>
            <ac:picMk id="4" creationId="{1E26CAAF-C922-AF7F-5A7E-DE4C78139220}"/>
          </ac:picMkLst>
        </pc:picChg>
      </pc:sldChg>
      <pc:sldChg chg="addSp delSp modSp new mod modClrScheme chgLayout">
        <pc:chgData name="Sébastien STREBELLE" userId="73885514-5da4-4c77-879d-93e833794f3a" providerId="ADAL" clId="{DDC4CFED-5C51-5FD5-B7B3-5EAC73D9F10A}" dt="2025-09-14T21:43:55.816" v="2050" actId="20577"/>
        <pc:sldMkLst>
          <pc:docMk/>
          <pc:sldMk cId="2883919615" sldId="288"/>
        </pc:sldMkLst>
        <pc:spChg chg="del mod ord">
          <ac:chgData name="Sébastien STREBELLE" userId="73885514-5da4-4c77-879d-93e833794f3a" providerId="ADAL" clId="{DDC4CFED-5C51-5FD5-B7B3-5EAC73D9F10A}" dt="2025-09-14T21:24:39.156" v="1343" actId="700"/>
          <ac:spMkLst>
            <pc:docMk/>
            <pc:sldMk cId="2883919615" sldId="288"/>
            <ac:spMk id="2" creationId="{92586E34-8949-9064-AFA2-0E801747ED78}"/>
          </ac:spMkLst>
        </pc:spChg>
        <pc:spChg chg="del mod ord">
          <ac:chgData name="Sébastien STREBELLE" userId="73885514-5da4-4c77-879d-93e833794f3a" providerId="ADAL" clId="{DDC4CFED-5C51-5FD5-B7B3-5EAC73D9F10A}" dt="2025-09-14T21:24:39.156" v="1343" actId="700"/>
          <ac:spMkLst>
            <pc:docMk/>
            <pc:sldMk cId="2883919615" sldId="288"/>
            <ac:spMk id="3" creationId="{DAF1A6A5-8ED8-5582-43A5-01BCA46D9A13}"/>
          </ac:spMkLst>
        </pc:spChg>
        <pc:spChg chg="add mod ord">
          <ac:chgData name="Sébastien STREBELLE" userId="73885514-5da4-4c77-879d-93e833794f3a" providerId="ADAL" clId="{DDC4CFED-5C51-5FD5-B7B3-5EAC73D9F10A}" dt="2025-09-14T21:24:55.001" v="1351" actId="20577"/>
          <ac:spMkLst>
            <pc:docMk/>
            <pc:sldMk cId="2883919615" sldId="288"/>
            <ac:spMk id="4" creationId="{5973AA3A-8E3B-B005-5349-3EE9A1A49FFC}"/>
          </ac:spMkLst>
        </pc:spChg>
        <pc:spChg chg="add mod ord">
          <ac:chgData name="Sébastien STREBELLE" userId="73885514-5da4-4c77-879d-93e833794f3a" providerId="ADAL" clId="{DDC4CFED-5C51-5FD5-B7B3-5EAC73D9F10A}" dt="2025-09-14T21:43:55.816" v="2050" actId="20577"/>
          <ac:spMkLst>
            <pc:docMk/>
            <pc:sldMk cId="2883919615" sldId="288"/>
            <ac:spMk id="5" creationId="{030D2CD3-08FA-1594-5D70-97AD945F56A6}"/>
          </ac:spMkLst>
        </pc:spChg>
      </pc:sldChg>
      <pc:sldChg chg="modSp new mod">
        <pc:chgData name="Sébastien STREBELLE" userId="73885514-5da4-4c77-879d-93e833794f3a" providerId="ADAL" clId="{DDC4CFED-5C51-5FD5-B7B3-5EAC73D9F10A}" dt="2025-09-14T21:34:06.280" v="1716" actId="20577"/>
        <pc:sldMkLst>
          <pc:docMk/>
          <pc:sldMk cId="4335902" sldId="289"/>
        </pc:sldMkLst>
        <pc:spChg chg="mod">
          <ac:chgData name="Sébastien STREBELLE" userId="73885514-5da4-4c77-879d-93e833794f3a" providerId="ADAL" clId="{DDC4CFED-5C51-5FD5-B7B3-5EAC73D9F10A}" dt="2025-09-14T21:29:12.500" v="1624" actId="20577"/>
          <ac:spMkLst>
            <pc:docMk/>
            <pc:sldMk cId="4335902" sldId="289"/>
            <ac:spMk id="2" creationId="{AC069D0A-9575-58E2-3418-FC3C9E82D7B0}"/>
          </ac:spMkLst>
        </pc:spChg>
        <pc:spChg chg="mod">
          <ac:chgData name="Sébastien STREBELLE" userId="73885514-5da4-4c77-879d-93e833794f3a" providerId="ADAL" clId="{DDC4CFED-5C51-5FD5-B7B3-5EAC73D9F10A}" dt="2025-09-14T21:34:06.280" v="1716" actId="20577"/>
          <ac:spMkLst>
            <pc:docMk/>
            <pc:sldMk cId="4335902" sldId="289"/>
            <ac:spMk id="3" creationId="{E77E89A8-C11B-24B7-1FFC-7B424A8947D7}"/>
          </ac:spMkLst>
        </pc:spChg>
      </pc:sldChg>
      <pc:sldChg chg="modSp new mod">
        <pc:chgData name="Sébastien STREBELLE" userId="73885514-5da4-4c77-879d-93e833794f3a" providerId="ADAL" clId="{DDC4CFED-5C51-5FD5-B7B3-5EAC73D9F10A}" dt="2025-09-14T21:37:00.455" v="1894" actId="20577"/>
        <pc:sldMkLst>
          <pc:docMk/>
          <pc:sldMk cId="2675957162" sldId="290"/>
        </pc:sldMkLst>
        <pc:spChg chg="mod">
          <ac:chgData name="Sébastien STREBELLE" userId="73885514-5da4-4c77-879d-93e833794f3a" providerId="ADAL" clId="{DDC4CFED-5C51-5FD5-B7B3-5EAC73D9F10A}" dt="2025-09-14T21:35:53.033" v="1745" actId="20577"/>
          <ac:spMkLst>
            <pc:docMk/>
            <pc:sldMk cId="2675957162" sldId="290"/>
            <ac:spMk id="2" creationId="{634584FC-786A-74C3-9C76-5ABD7B224848}"/>
          </ac:spMkLst>
        </pc:spChg>
        <pc:spChg chg="mod">
          <ac:chgData name="Sébastien STREBELLE" userId="73885514-5da4-4c77-879d-93e833794f3a" providerId="ADAL" clId="{DDC4CFED-5C51-5FD5-B7B3-5EAC73D9F10A}" dt="2025-09-14T21:37:00.455" v="1894" actId="20577"/>
          <ac:spMkLst>
            <pc:docMk/>
            <pc:sldMk cId="2675957162" sldId="290"/>
            <ac:spMk id="3" creationId="{516981E5-5156-CB06-6D78-38D45E70B3D5}"/>
          </ac:spMkLst>
        </pc:spChg>
      </pc:sldChg>
      <pc:sldChg chg="addSp delSp modSp new mod">
        <pc:chgData name="Sébastien STREBELLE" userId="73885514-5da4-4c77-879d-93e833794f3a" providerId="ADAL" clId="{DDC4CFED-5C51-5FD5-B7B3-5EAC73D9F10A}" dt="2025-09-14T21:57:43.378" v="2070" actId="1076"/>
        <pc:sldMkLst>
          <pc:docMk/>
          <pc:sldMk cId="491029951" sldId="291"/>
        </pc:sldMkLst>
        <pc:spChg chg="mod">
          <ac:chgData name="Sébastien STREBELLE" userId="73885514-5da4-4c77-879d-93e833794f3a" providerId="ADAL" clId="{DDC4CFED-5C51-5FD5-B7B3-5EAC73D9F10A}" dt="2025-09-14T21:39:04.987" v="1906" actId="20577"/>
          <ac:spMkLst>
            <pc:docMk/>
            <pc:sldMk cId="491029951" sldId="291"/>
            <ac:spMk id="2" creationId="{CB5BEDFC-4537-15E4-9655-327E17F0D0D6}"/>
          </ac:spMkLst>
        </pc:spChg>
        <pc:spChg chg="mod">
          <ac:chgData name="Sébastien STREBELLE" userId="73885514-5da4-4c77-879d-93e833794f3a" providerId="ADAL" clId="{DDC4CFED-5C51-5FD5-B7B3-5EAC73D9F10A}" dt="2025-09-14T21:56:51.853" v="2065" actId="20577"/>
          <ac:spMkLst>
            <pc:docMk/>
            <pc:sldMk cId="491029951" sldId="291"/>
            <ac:spMk id="3" creationId="{3DBEECE4-F241-4669-9E48-21D9198BAB9B}"/>
          </ac:spMkLst>
        </pc:spChg>
        <pc:picChg chg="add del mod">
          <ac:chgData name="Sébastien STREBELLE" userId="73885514-5da4-4c77-879d-93e833794f3a" providerId="ADAL" clId="{DDC4CFED-5C51-5FD5-B7B3-5EAC73D9F10A}" dt="2025-09-14T21:45:30.512" v="2058" actId="478"/>
          <ac:picMkLst>
            <pc:docMk/>
            <pc:sldMk cId="491029951" sldId="291"/>
            <ac:picMk id="4" creationId="{6494BB6C-9E66-7DC9-CE73-347715433D35}"/>
          </ac:picMkLst>
        </pc:picChg>
        <pc:picChg chg="add mod">
          <ac:chgData name="Sébastien STREBELLE" userId="73885514-5da4-4c77-879d-93e833794f3a" providerId="ADAL" clId="{DDC4CFED-5C51-5FD5-B7B3-5EAC73D9F10A}" dt="2025-09-14T21:57:43.378" v="2070" actId="1076"/>
          <ac:picMkLst>
            <pc:docMk/>
            <pc:sldMk cId="491029951" sldId="291"/>
            <ac:picMk id="6" creationId="{6439F172-342C-5423-71B8-30D00531C80F}"/>
          </ac:picMkLst>
        </pc:picChg>
      </pc:sldChg>
      <pc:sldChg chg="addSp delSp modSp new mod">
        <pc:chgData name="Sébastien STREBELLE" userId="73885514-5da4-4c77-879d-93e833794f3a" providerId="ADAL" clId="{DDC4CFED-5C51-5FD5-B7B3-5EAC73D9F10A}" dt="2025-09-14T22:24:53.664" v="2365" actId="14100"/>
        <pc:sldMkLst>
          <pc:docMk/>
          <pc:sldMk cId="1778368950" sldId="292"/>
        </pc:sldMkLst>
        <pc:spChg chg="mod">
          <ac:chgData name="Sébastien STREBELLE" userId="73885514-5da4-4c77-879d-93e833794f3a" providerId="ADAL" clId="{DDC4CFED-5C51-5FD5-B7B3-5EAC73D9F10A}" dt="2025-09-14T22:12:00.438" v="2095" actId="20577"/>
          <ac:spMkLst>
            <pc:docMk/>
            <pc:sldMk cId="1778368950" sldId="292"/>
            <ac:spMk id="2" creationId="{441F723A-5870-D29E-FD71-FB7091DFFD13}"/>
          </ac:spMkLst>
        </pc:spChg>
        <pc:spChg chg="del">
          <ac:chgData name="Sébastien STREBELLE" userId="73885514-5da4-4c77-879d-93e833794f3a" providerId="ADAL" clId="{DDC4CFED-5C51-5FD5-B7B3-5EAC73D9F10A}" dt="2025-09-14T22:12:17.153" v="2096" actId="3680"/>
          <ac:spMkLst>
            <pc:docMk/>
            <pc:sldMk cId="1778368950" sldId="292"/>
            <ac:spMk id="3" creationId="{E00424F6-F62C-D584-375F-0AEF4B90A31A}"/>
          </ac:spMkLst>
        </pc:spChg>
        <pc:graphicFrameChg chg="add mod ord modGraphic">
          <ac:chgData name="Sébastien STREBELLE" userId="73885514-5da4-4c77-879d-93e833794f3a" providerId="ADAL" clId="{DDC4CFED-5C51-5FD5-B7B3-5EAC73D9F10A}" dt="2025-09-14T22:24:53.664" v="2365" actId="14100"/>
          <ac:graphicFrameMkLst>
            <pc:docMk/>
            <pc:sldMk cId="1778368950" sldId="292"/>
            <ac:graphicFrameMk id="4" creationId="{6B88FC8D-1832-78CB-3389-E99852CA5774}"/>
          </ac:graphicFrameMkLst>
        </pc:graphicFrameChg>
      </pc:sldChg>
      <pc:sldChg chg="addSp delSp modSp new mod">
        <pc:chgData name="Sébastien STREBELLE" userId="73885514-5da4-4c77-879d-93e833794f3a" providerId="ADAL" clId="{DDC4CFED-5C51-5FD5-B7B3-5EAC73D9F10A}" dt="2025-09-14T22:41:18.772" v="2390" actId="1076"/>
        <pc:sldMkLst>
          <pc:docMk/>
          <pc:sldMk cId="3311626309" sldId="293"/>
        </pc:sldMkLst>
        <pc:spChg chg="mod">
          <ac:chgData name="Sébastien STREBELLE" userId="73885514-5da4-4c77-879d-93e833794f3a" providerId="ADAL" clId="{DDC4CFED-5C51-5FD5-B7B3-5EAC73D9F10A}" dt="2025-09-14T22:39:06.670" v="2377" actId="20577"/>
          <ac:spMkLst>
            <pc:docMk/>
            <pc:sldMk cId="3311626309" sldId="293"/>
            <ac:spMk id="2" creationId="{D7D284C1-7956-AFAC-7251-AFB5FEE99862}"/>
          </ac:spMkLst>
        </pc:spChg>
        <pc:spChg chg="del">
          <ac:chgData name="Sébastien STREBELLE" userId="73885514-5da4-4c77-879d-93e833794f3a" providerId="ADAL" clId="{DDC4CFED-5C51-5FD5-B7B3-5EAC73D9F10A}" dt="2025-09-14T22:39:14.008" v="2378" actId="931"/>
          <ac:spMkLst>
            <pc:docMk/>
            <pc:sldMk cId="3311626309" sldId="293"/>
            <ac:spMk id="3" creationId="{E2D33BD2-2997-32A7-1C0D-BE3A5BF9B1DD}"/>
          </ac:spMkLst>
        </pc:spChg>
        <pc:spChg chg="add del mod">
          <ac:chgData name="Sébastien STREBELLE" userId="73885514-5da4-4c77-879d-93e833794f3a" providerId="ADAL" clId="{DDC4CFED-5C51-5FD5-B7B3-5EAC73D9F10A}" dt="2025-09-14T22:40:29.570" v="2382" actId="931"/>
          <ac:spMkLst>
            <pc:docMk/>
            <pc:sldMk cId="3311626309" sldId="293"/>
            <ac:spMk id="7" creationId="{02E7C85A-9AD3-5186-FB35-4E971BD7DBB7}"/>
          </ac:spMkLst>
        </pc:spChg>
        <pc:spChg chg="add del mod">
          <ac:chgData name="Sébastien STREBELLE" userId="73885514-5da4-4c77-879d-93e833794f3a" providerId="ADAL" clId="{DDC4CFED-5C51-5FD5-B7B3-5EAC73D9F10A}" dt="2025-09-14T22:41:00.132" v="2386" actId="931"/>
          <ac:spMkLst>
            <pc:docMk/>
            <pc:sldMk cId="3311626309" sldId="293"/>
            <ac:spMk id="11" creationId="{A1DC5D31-ED57-96B4-5121-FF40E630D809}"/>
          </ac:spMkLst>
        </pc:spChg>
        <pc:picChg chg="add del mod">
          <ac:chgData name="Sébastien STREBELLE" userId="73885514-5da4-4c77-879d-93e833794f3a" providerId="ADAL" clId="{DDC4CFED-5C51-5FD5-B7B3-5EAC73D9F10A}" dt="2025-09-14T22:39:20.785" v="2381" actId="478"/>
          <ac:picMkLst>
            <pc:docMk/>
            <pc:sldMk cId="3311626309" sldId="293"/>
            <ac:picMk id="5" creationId="{1108ED81-72C6-82A8-546B-4F5F978EA022}"/>
          </ac:picMkLst>
        </pc:picChg>
        <pc:picChg chg="add del mod">
          <ac:chgData name="Sébastien STREBELLE" userId="73885514-5da4-4c77-879d-93e833794f3a" providerId="ADAL" clId="{DDC4CFED-5C51-5FD5-B7B3-5EAC73D9F10A}" dt="2025-09-14T22:40:36.646" v="2385" actId="478"/>
          <ac:picMkLst>
            <pc:docMk/>
            <pc:sldMk cId="3311626309" sldId="293"/>
            <ac:picMk id="9" creationId="{E2E86688-1D33-771B-8DDF-9A6E6C302F4C}"/>
          </ac:picMkLst>
        </pc:picChg>
        <pc:picChg chg="add mod">
          <ac:chgData name="Sébastien STREBELLE" userId="73885514-5da4-4c77-879d-93e833794f3a" providerId="ADAL" clId="{DDC4CFED-5C51-5FD5-B7B3-5EAC73D9F10A}" dt="2025-09-14T22:41:18.772" v="2390" actId="1076"/>
          <ac:picMkLst>
            <pc:docMk/>
            <pc:sldMk cId="3311626309" sldId="293"/>
            <ac:picMk id="13" creationId="{E4BE886B-C812-F149-61CC-84A45516645C}"/>
          </ac:picMkLst>
        </pc:picChg>
      </pc:sldChg>
      <pc:sldChg chg="addSp delSp modSp new mod">
        <pc:chgData name="Sébastien STREBELLE" userId="73885514-5da4-4c77-879d-93e833794f3a" providerId="ADAL" clId="{DDC4CFED-5C51-5FD5-B7B3-5EAC73D9F10A}" dt="2025-09-14T22:43:12.859" v="2409" actId="1076"/>
        <pc:sldMkLst>
          <pc:docMk/>
          <pc:sldMk cId="647974416" sldId="294"/>
        </pc:sldMkLst>
        <pc:spChg chg="mod">
          <ac:chgData name="Sébastien STREBELLE" userId="73885514-5da4-4c77-879d-93e833794f3a" providerId="ADAL" clId="{DDC4CFED-5C51-5FD5-B7B3-5EAC73D9F10A}" dt="2025-09-14T22:41:57.122" v="2403" actId="20577"/>
          <ac:spMkLst>
            <pc:docMk/>
            <pc:sldMk cId="647974416" sldId="294"/>
            <ac:spMk id="2" creationId="{83E113F3-F382-A3B8-1917-DA4A231C7BBD}"/>
          </ac:spMkLst>
        </pc:spChg>
        <pc:spChg chg="del">
          <ac:chgData name="Sébastien STREBELLE" userId="73885514-5da4-4c77-879d-93e833794f3a" providerId="ADAL" clId="{DDC4CFED-5C51-5FD5-B7B3-5EAC73D9F10A}" dt="2025-09-14T22:42:35.332" v="2404"/>
          <ac:spMkLst>
            <pc:docMk/>
            <pc:sldMk cId="647974416" sldId="294"/>
            <ac:spMk id="3" creationId="{A3E82A54-5556-D957-C33A-5EA5042800C5}"/>
          </ac:spMkLst>
        </pc:spChg>
        <pc:picChg chg="add mod">
          <ac:chgData name="Sébastien STREBELLE" userId="73885514-5da4-4c77-879d-93e833794f3a" providerId="ADAL" clId="{DDC4CFED-5C51-5FD5-B7B3-5EAC73D9F10A}" dt="2025-09-14T22:43:12.859" v="2409" actId="1076"/>
          <ac:picMkLst>
            <pc:docMk/>
            <pc:sldMk cId="647974416" sldId="294"/>
            <ac:picMk id="4" creationId="{A88DDE49-731C-340A-50DD-68AC749E7578}"/>
          </ac:picMkLst>
        </pc:picChg>
      </pc:sldChg>
      <pc:sldChg chg="modSp new del mod">
        <pc:chgData name="Sébastien STREBELLE" userId="73885514-5da4-4c77-879d-93e833794f3a" providerId="ADAL" clId="{DDC4CFED-5C51-5FD5-B7B3-5EAC73D9F10A}" dt="2025-09-14T22:47:06.279" v="2420" actId="2696"/>
        <pc:sldMkLst>
          <pc:docMk/>
          <pc:sldMk cId="1147852931" sldId="295"/>
        </pc:sldMkLst>
        <pc:spChg chg="mod">
          <ac:chgData name="Sébastien STREBELLE" userId="73885514-5da4-4c77-879d-93e833794f3a" providerId="ADAL" clId="{DDC4CFED-5C51-5FD5-B7B3-5EAC73D9F10A}" dt="2025-09-14T22:44:06.291" v="2418" actId="20577"/>
          <ac:spMkLst>
            <pc:docMk/>
            <pc:sldMk cId="1147852931" sldId="295"/>
            <ac:spMk id="2" creationId="{3966166C-361B-71C7-FB8A-7D36FBFEE79B}"/>
          </ac:spMkLst>
        </pc:spChg>
      </pc:sldChg>
      <pc:sldChg chg="modSp add mod">
        <pc:chgData name="Sébastien STREBELLE" userId="73885514-5da4-4c77-879d-93e833794f3a" providerId="ADAL" clId="{DDC4CFED-5C51-5FD5-B7B3-5EAC73D9F10A}" dt="2025-09-14T22:47:10.348" v="2428" actId="20577"/>
        <pc:sldMkLst>
          <pc:docMk/>
          <pc:sldMk cId="1821436881" sldId="296"/>
        </pc:sldMkLst>
        <pc:spChg chg="mod">
          <ac:chgData name="Sébastien STREBELLE" userId="73885514-5da4-4c77-879d-93e833794f3a" providerId="ADAL" clId="{DDC4CFED-5C51-5FD5-B7B3-5EAC73D9F10A}" dt="2025-09-14T22:47:10.348" v="2428" actId="20577"/>
          <ac:spMkLst>
            <pc:docMk/>
            <pc:sldMk cId="1821436881" sldId="296"/>
            <ac:spMk id="2" creationId="{D225BEFE-7F5B-378B-8324-5DBD96C12559}"/>
          </ac:spMkLst>
        </pc:spChg>
      </pc:sldChg>
      <pc:sldChg chg="addSp delSp modSp new mod modClrScheme chgLayout">
        <pc:chgData name="Sébastien STREBELLE" userId="73885514-5da4-4c77-879d-93e833794f3a" providerId="ADAL" clId="{DDC4CFED-5C51-5FD5-B7B3-5EAC73D9F10A}" dt="2025-09-14T23:08:24.202" v="2789" actId="20577"/>
        <pc:sldMkLst>
          <pc:docMk/>
          <pc:sldMk cId="898871858" sldId="297"/>
        </pc:sldMkLst>
        <pc:spChg chg="del mod ord">
          <ac:chgData name="Sébastien STREBELLE" userId="73885514-5da4-4c77-879d-93e833794f3a" providerId="ADAL" clId="{DDC4CFED-5C51-5FD5-B7B3-5EAC73D9F10A}" dt="2025-09-14T22:47:17.392" v="2430" actId="700"/>
          <ac:spMkLst>
            <pc:docMk/>
            <pc:sldMk cId="898871858" sldId="297"/>
            <ac:spMk id="2" creationId="{C92B927F-DBC2-AE9B-40A0-B5132C51219A}"/>
          </ac:spMkLst>
        </pc:spChg>
        <pc:spChg chg="del mod ord">
          <ac:chgData name="Sébastien STREBELLE" userId="73885514-5da4-4c77-879d-93e833794f3a" providerId="ADAL" clId="{DDC4CFED-5C51-5FD5-B7B3-5EAC73D9F10A}" dt="2025-09-14T22:47:17.392" v="2430" actId="700"/>
          <ac:spMkLst>
            <pc:docMk/>
            <pc:sldMk cId="898871858" sldId="297"/>
            <ac:spMk id="3" creationId="{04913E7E-CCD0-3073-EC8C-A10FCE1ACE6D}"/>
          </ac:spMkLst>
        </pc:spChg>
        <pc:spChg chg="add mod ord">
          <ac:chgData name="Sébastien STREBELLE" userId="73885514-5da4-4c77-879d-93e833794f3a" providerId="ADAL" clId="{DDC4CFED-5C51-5FD5-B7B3-5EAC73D9F10A}" dt="2025-09-14T22:47:19.525" v="2438" actId="20577"/>
          <ac:spMkLst>
            <pc:docMk/>
            <pc:sldMk cId="898871858" sldId="297"/>
            <ac:spMk id="4" creationId="{7D084B45-838E-C6D8-E73E-AAC2965D38F3}"/>
          </ac:spMkLst>
        </pc:spChg>
        <pc:spChg chg="add mod ord">
          <ac:chgData name="Sébastien STREBELLE" userId="73885514-5da4-4c77-879d-93e833794f3a" providerId="ADAL" clId="{DDC4CFED-5C51-5FD5-B7B3-5EAC73D9F10A}" dt="2025-09-14T23:08:24.202" v="2789" actId="20577"/>
          <ac:spMkLst>
            <pc:docMk/>
            <pc:sldMk cId="898871858" sldId="297"/>
            <ac:spMk id="5" creationId="{B2517766-B102-22CF-86F9-5A57D42ED4A3}"/>
          </ac:spMkLst>
        </pc:spChg>
      </pc:sldChg>
    </pc:docChg>
  </pc:docChgLst>
  <pc:docChgLst>
    <pc:chgData name="Olivier Choquet" userId="S::olivier.choquet@vinci.be::53f816d3-8107-4a93-b043-614abb2d31bd" providerId="AD" clId="Web-{909708D9-FDF1-6ED9-6610-22CE54C07350}"/>
    <pc:docChg chg="sldOrd">
      <pc:chgData name="Olivier Choquet" userId="S::olivier.choquet@vinci.be::53f816d3-8107-4a93-b043-614abb2d31bd" providerId="AD" clId="Web-{909708D9-FDF1-6ED9-6610-22CE54C07350}" dt="2025-07-27T08:10:47.088" v="5"/>
      <pc:docMkLst>
        <pc:docMk/>
      </pc:docMkLst>
      <pc:sldChg chg="ord">
        <pc:chgData name="Olivier Choquet" userId="S::olivier.choquet@vinci.be::53f816d3-8107-4a93-b043-614abb2d31bd" providerId="AD" clId="Web-{909708D9-FDF1-6ED9-6610-22CE54C07350}" dt="2025-07-27T08:10:47.088" v="5"/>
        <pc:sldMkLst>
          <pc:docMk/>
          <pc:sldMk cId="1847559429" sldId="271"/>
        </pc:sldMkLst>
      </pc:sldChg>
      <pc:sldChg chg="ord">
        <pc:chgData name="Olivier Choquet" userId="S::olivier.choquet@vinci.be::53f816d3-8107-4a93-b043-614abb2d31bd" providerId="AD" clId="Web-{909708D9-FDF1-6ED9-6610-22CE54C07350}" dt="2025-07-27T08:10:47.088" v="4"/>
        <pc:sldMkLst>
          <pc:docMk/>
          <pc:sldMk cId="380910684" sldId="272"/>
        </pc:sldMkLst>
      </pc:sldChg>
      <pc:sldChg chg="ord">
        <pc:chgData name="Olivier Choquet" userId="S::olivier.choquet@vinci.be::53f816d3-8107-4a93-b043-614abb2d31bd" providerId="AD" clId="Web-{909708D9-FDF1-6ED9-6610-22CE54C07350}" dt="2025-07-27T08:10:47.088" v="3"/>
        <pc:sldMkLst>
          <pc:docMk/>
          <pc:sldMk cId="1202008663" sldId="273"/>
        </pc:sldMkLst>
      </pc:sldChg>
      <pc:sldChg chg="ord">
        <pc:chgData name="Olivier Choquet" userId="S::olivier.choquet@vinci.be::53f816d3-8107-4a93-b043-614abb2d31bd" providerId="AD" clId="Web-{909708D9-FDF1-6ED9-6610-22CE54C07350}" dt="2025-07-27T08:10:47.072" v="2"/>
        <pc:sldMkLst>
          <pc:docMk/>
          <pc:sldMk cId="4039110660" sldId="274"/>
        </pc:sldMkLst>
      </pc:sldChg>
      <pc:sldChg chg="ord">
        <pc:chgData name="Olivier Choquet" userId="S::olivier.choquet@vinci.be::53f816d3-8107-4a93-b043-614abb2d31bd" providerId="AD" clId="Web-{909708D9-FDF1-6ED9-6610-22CE54C07350}" dt="2025-07-27T08:10:47.072" v="1"/>
        <pc:sldMkLst>
          <pc:docMk/>
          <pc:sldMk cId="3300121420" sldId="275"/>
        </pc:sldMkLst>
      </pc:sldChg>
      <pc:sldChg chg="ord">
        <pc:chgData name="Olivier Choquet" userId="S::olivier.choquet@vinci.be::53f816d3-8107-4a93-b043-614abb2d31bd" providerId="AD" clId="Web-{909708D9-FDF1-6ED9-6610-22CE54C07350}" dt="2025-07-27T08:10:47.072" v="0"/>
        <pc:sldMkLst>
          <pc:docMk/>
          <pc:sldMk cId="255754124" sldId="276"/>
        </pc:sldMkLst>
      </pc:sldChg>
    </pc:docChg>
  </pc:docChgLst>
  <pc:docChgLst>
    <pc:chgData name="Sébastien STREBELLE" userId="73885514-5da4-4c77-879d-93e833794f3a" providerId="ADAL" clId="{D66A28F3-5900-9447-B522-1D1C3B811345}"/>
    <pc:docChg chg="addSld delSld modSld sldOrd">
      <pc:chgData name="Sébastien STREBELLE" userId="73885514-5da4-4c77-879d-93e833794f3a" providerId="ADAL" clId="{D66A28F3-5900-9447-B522-1D1C3B811345}" dt="2024-09-18T13:02:53.756" v="6" actId="2696"/>
      <pc:docMkLst>
        <pc:docMk/>
      </pc:docMkLst>
      <pc:sldChg chg="modSp mod">
        <pc:chgData name="Sébastien STREBELLE" userId="73885514-5da4-4c77-879d-93e833794f3a" providerId="ADAL" clId="{D66A28F3-5900-9447-B522-1D1C3B811345}" dt="2024-09-18T13:02:51.510" v="5"/>
        <pc:sldMkLst>
          <pc:docMk/>
          <pc:sldMk cId="3727640418" sldId="262"/>
        </pc:sldMkLst>
      </pc:sldChg>
      <pc:sldChg chg="del">
        <pc:chgData name="Sébastien STREBELLE" userId="73885514-5da4-4c77-879d-93e833794f3a" providerId="ADAL" clId="{D66A28F3-5900-9447-B522-1D1C3B811345}" dt="2024-09-18T13:02:53.756" v="6" actId="2696"/>
        <pc:sldMkLst>
          <pc:docMk/>
          <pc:sldMk cId="1928749586" sldId="263"/>
        </pc:sldMkLst>
      </pc:sldChg>
      <pc:sldChg chg="modSp add mod ord">
        <pc:chgData name="Sébastien STREBELLE" userId="73885514-5da4-4c77-879d-93e833794f3a" providerId="ADAL" clId="{D66A28F3-5900-9447-B522-1D1C3B811345}" dt="2024-09-18T13:02:35.895" v="3" actId="20578"/>
        <pc:sldMkLst>
          <pc:docMk/>
          <pc:sldMk cId="1201993478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DD194-EA6A-86AB-5C0A-AA073E99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48FA9E-B542-A797-4065-5F8F1CE9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36F02-43B6-96C1-4583-D5D3771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617AD9-451E-E7E9-FF3F-36A50C1B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37580-1A55-B823-9F08-98B58C0A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6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6B9DA-2895-8DAB-7575-FD201E10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9EF85-DD7F-CE82-9DA8-CB77ADDC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01BEC-F772-12BB-42F8-3EBF53E3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E836-084C-631F-777E-13A83CE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E9DB9-06B8-2E6A-A707-0022F948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4B67-9D80-58C2-833C-02BF1C66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AC2C5B-CD7C-359F-5E20-90EB271FC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062AD-CE40-ECBE-2461-0994109D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D91C24-750B-772B-39EB-AEE3BC9C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593CF6-DEA0-54A3-3B0D-16DFD86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7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66CE9-D8AC-23AC-AB85-26F071E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A527B-45D4-FDBA-8A43-2ECF0043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91D06-5D41-A286-35F6-7E5962AA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3FDB4F-5A52-B6D6-AFCB-23B0CCA4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9C4B8D-86B0-6D8E-5799-1DF9046F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345797-C532-3683-0F22-9C0C21F5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7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10FA-7140-2A3F-F17D-1D8F55CB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BEC60-B3E8-70A1-1920-E8E65B5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F08F6-1E9E-7991-A7E4-BBBA4D19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98D948-741B-2551-4395-03AA7CD96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0237D2-8F80-CFAF-989C-B873AC51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E2C985-C329-B01A-EA6E-7ECDC03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B8720D-48B9-7113-5012-7F64AF82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B2D759-968F-C3C6-332A-421C1DB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09FF-76F0-288B-EC6A-0836907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84260B-9290-664A-39BE-1FF8DAB6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B8D1B0-0211-0B30-25B2-2ECAEB7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E3CF8A-DED0-61B4-9477-6691CB2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1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220C5D-59C1-F173-6A80-8466E326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72C3F8-96D7-AC0F-493C-CF032DF8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3F02-C042-5FAF-3F8E-41A0754F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33505-46DC-10BC-72D3-1D3FB4F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B0B73-F197-9E0C-F1BA-E28327D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5E27E2-EF15-C4DC-87AA-2C59806B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4645E9-9E50-C375-B1CA-FDADC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AB4B8-BE69-12A4-352D-EB182E59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B8AD6-D1DB-F85F-A953-B1E35D7F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22E2AB-2449-7EB0-5DB0-51AA510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DD0DB1-5B79-C179-CD88-24666CF7F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885001-8D2A-1E55-6125-046C217D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DC0E5-E406-FB5E-7305-06FF33C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2FFBD0-B81E-CE89-E074-CA3C1985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F1D4-45C0-72EF-AA62-F0166092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9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C69A-4A37-AD34-F416-9C1F0C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1A407-50D8-29B0-6B7C-3F7A084F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DBD08-71D1-D86D-0D7C-C105368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3B908-5B53-7827-C0C4-599125A6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FF548-2FA6-E231-8CE0-D4F3B1E0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0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DECE3-B4CC-42CC-F62E-0789E330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CD9F15-8723-AC1D-CBAE-42E77D42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7D50E-F3A1-FD48-FA20-24BDD23F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B96C1-F640-644F-B8D3-63C4BA94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BE97C-C5D6-E732-0A24-D614B062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A563CA-A6A1-A408-DEDB-BD16137F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929816-B7ED-5106-8A3D-B868532C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D8E43-72A4-8637-96D7-209301290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4B4E-4789-FB44-B071-FF5485E6ED2C}" type="datetimeFigureOut">
              <a:rPr lang="fr-FR" smtClean="0"/>
              <a:t>15/09/2025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261B1-1036-E54A-1F0D-1269DA35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35F02-B551-9B60-B538-24D184CC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EE6AC7-315F-49D3-AD4C-A25F1AA1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pPr algn="l"/>
            <a:r>
              <a:rPr lang="fr-BE" sz="4400" dirty="0"/>
              <a:t>BINV3140-D</a:t>
            </a:r>
            <a:br>
              <a:rPr lang="fr-BE" sz="4400" dirty="0"/>
            </a:br>
            <a:r>
              <a:rPr lang="fr-BE" sz="4400" dirty="0" err="1"/>
              <a:t>Microservices</a:t>
            </a:r>
            <a:endParaRPr lang="fr-BE" sz="4400" dirty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57CF551-3363-4D14-AB20-4E3BC789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15935" y="1257301"/>
            <a:ext cx="5668280" cy="4313422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AF42A25-0493-4E12-B65F-57D107A706D5}"/>
              </a:ext>
            </a:extLst>
          </p:cNvPr>
          <p:cNvSpPr txBox="1"/>
          <p:nvPr/>
        </p:nvSpPr>
        <p:spPr>
          <a:xfrm>
            <a:off x="773408" y="3787253"/>
            <a:ext cx="3836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Cours 1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B9BDEE1-A208-4642-B50F-3B97DAAAF184}"/>
              </a:ext>
            </a:extLst>
          </p:cNvPr>
          <p:cNvSpPr txBox="1"/>
          <p:nvPr/>
        </p:nvSpPr>
        <p:spPr>
          <a:xfrm>
            <a:off x="773408" y="5325957"/>
            <a:ext cx="2115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2025-2026</a:t>
            </a:r>
          </a:p>
          <a:p>
            <a:r>
              <a:rPr lang="fr-BE" dirty="0"/>
              <a:t>Choquet Olivier</a:t>
            </a:r>
          </a:p>
          <a:p>
            <a:r>
              <a:rPr lang="fr-BE" dirty="0"/>
              <a:t>Miri Tarik</a:t>
            </a:r>
          </a:p>
          <a:p>
            <a:r>
              <a:rPr lang="fr-BE" dirty="0"/>
              <a:t>Strebelle Sébastien</a:t>
            </a:r>
          </a:p>
        </p:txBody>
      </p:sp>
    </p:spTree>
    <p:extLst>
      <p:ext uri="{BB962C8B-B14F-4D97-AF65-F5344CB8AC3E}">
        <p14:creationId xmlns:p14="http://schemas.microsoft.com/office/powerpoint/2010/main" val="257294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59766C-D87C-602F-CD8B-2374DAE6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Objectifs du cours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A3E2B0-20FA-0FFF-2687-EE7CD3A18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Découvrir les principes de l’architecture </a:t>
            </a:r>
            <a:r>
              <a:rPr lang="fr-BE" dirty="0" err="1"/>
              <a:t>microservices</a:t>
            </a:r>
            <a:endParaRPr lang="fr-BE" dirty="0"/>
          </a:p>
          <a:p>
            <a:pPr marL="0" indent="0">
              <a:buNone/>
            </a:pPr>
            <a:endParaRPr lang="fr-BE" dirty="0"/>
          </a:p>
          <a:p>
            <a:r>
              <a:rPr lang="fr-BE" dirty="0"/>
              <a:t>Comment </a:t>
            </a:r>
            <a:r>
              <a:rPr lang="fr-BE" b="1" dirty="0"/>
              <a:t>concevoir</a:t>
            </a:r>
            <a:r>
              <a:rPr lang="fr-BE" dirty="0"/>
              <a:t> une architecture ?</a:t>
            </a:r>
          </a:p>
          <a:p>
            <a:r>
              <a:rPr lang="fr-BE" dirty="0"/>
              <a:t>Quels sont les </a:t>
            </a:r>
            <a:r>
              <a:rPr lang="fr-BE" b="1" dirty="0"/>
              <a:t>enjeux</a:t>
            </a:r>
            <a:r>
              <a:rPr lang="fr-BE" dirty="0"/>
              <a:t> ?</a:t>
            </a:r>
          </a:p>
          <a:p>
            <a:pPr lvl="1"/>
            <a:r>
              <a:rPr lang="fr-BE" b="1" dirty="0"/>
              <a:t>Communication</a:t>
            </a:r>
            <a:r>
              <a:rPr lang="fr-BE" dirty="0"/>
              <a:t> entre services</a:t>
            </a:r>
          </a:p>
          <a:p>
            <a:pPr lvl="1"/>
            <a:r>
              <a:rPr lang="fr-BE" b="1" dirty="0"/>
              <a:t>Sécurisation</a:t>
            </a:r>
            <a:endParaRPr lang="fr-BE" dirty="0"/>
          </a:p>
          <a:p>
            <a:pPr lvl="1"/>
            <a:r>
              <a:rPr lang="fr-BE" dirty="0"/>
              <a:t>Gestion des </a:t>
            </a:r>
            <a:r>
              <a:rPr lang="fr-BE" b="1" dirty="0"/>
              <a:t>données</a:t>
            </a:r>
          </a:p>
          <a:p>
            <a:pPr lvl="1"/>
            <a:r>
              <a:rPr lang="fr-BE" b="1" dirty="0"/>
              <a:t>Déploiement</a:t>
            </a:r>
          </a:p>
          <a:p>
            <a:r>
              <a:rPr lang="fr-BE" dirty="0"/>
              <a:t>Quand et </a:t>
            </a:r>
            <a:r>
              <a:rPr lang="fr-BE" b="1" dirty="0"/>
              <a:t>pourquoi</a:t>
            </a:r>
            <a:r>
              <a:rPr lang="fr-BE" dirty="0"/>
              <a:t> utiliser une telle architecture 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914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9F6A7-0122-CA8F-E404-33E70F7B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Organisation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9C0E0A-17F4-1FB7-8317-DD46C466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2h/semaine</a:t>
            </a:r>
          </a:p>
          <a:p>
            <a:r>
              <a:rPr lang="fr-BE" dirty="0"/>
              <a:t>C1-C7 : Présentations + </a:t>
            </a:r>
            <a:r>
              <a:rPr lang="fr-BE" dirty="0" err="1"/>
              <a:t>Éxercices</a:t>
            </a:r>
            <a:endParaRPr lang="fr-BE" dirty="0"/>
          </a:p>
          <a:p>
            <a:r>
              <a:rPr lang="fr-BE" dirty="0"/>
              <a:t>C8-C10 : Projet</a:t>
            </a:r>
          </a:p>
          <a:p>
            <a:r>
              <a:rPr lang="fr-BE" dirty="0"/>
              <a:t>Évaluation</a:t>
            </a:r>
          </a:p>
          <a:p>
            <a:pPr lvl="1"/>
            <a:r>
              <a:rPr lang="fr-BE" dirty="0"/>
              <a:t>1</a:t>
            </a:r>
            <a:r>
              <a:rPr lang="fr-BE" baseline="30000" dirty="0"/>
              <a:t>ère</a:t>
            </a:r>
            <a:r>
              <a:rPr lang="fr-BE" dirty="0"/>
              <a:t> session</a:t>
            </a:r>
          </a:p>
          <a:p>
            <a:pPr lvl="2"/>
            <a:r>
              <a:rPr lang="fr-BE" dirty="0"/>
              <a:t>Projet (50%)</a:t>
            </a:r>
          </a:p>
          <a:p>
            <a:pPr lvl="2"/>
            <a:r>
              <a:rPr lang="fr-BE" dirty="0"/>
              <a:t>Examen écrit (50%)</a:t>
            </a:r>
          </a:p>
          <a:p>
            <a:pPr lvl="1"/>
            <a:r>
              <a:rPr lang="fr-BE" dirty="0"/>
              <a:t>2</a:t>
            </a:r>
            <a:r>
              <a:rPr lang="fr-BE" baseline="30000" dirty="0"/>
              <a:t>ème</a:t>
            </a:r>
            <a:r>
              <a:rPr lang="fr-BE" dirty="0"/>
              <a:t> session</a:t>
            </a:r>
          </a:p>
          <a:p>
            <a:pPr lvl="2"/>
            <a:r>
              <a:rPr lang="fr-BE" dirty="0"/>
              <a:t>Projet (25%, non repassé)</a:t>
            </a:r>
          </a:p>
          <a:p>
            <a:pPr lvl="2"/>
            <a:r>
              <a:rPr lang="fr-BE" dirty="0"/>
              <a:t>Examen écrit (75%)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002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39935-74FC-A480-9E45-7180F074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modèles d’architecture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21A54E-C8BC-AB5D-CCD8-6EE68E3C8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0BBD1AA3-F963-5205-C892-6D4EA05698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597277" y="682983"/>
            <a:ext cx="3274716" cy="249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9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F8322-828C-8B24-69B6-DCE4F8EF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F36CD0-43E7-ED20-11BC-7BB657C1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 monolithique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2BB07C-D4BB-89DB-186C-F2885E06C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application unique</a:t>
            </a:r>
          </a:p>
          <a:p>
            <a:r>
              <a:rPr lang="fr-FR" dirty="0"/>
              <a:t>Entièreté des besoins en une codebase</a:t>
            </a:r>
          </a:p>
          <a:p>
            <a:r>
              <a:rPr lang="fr-FR" dirty="0"/>
              <a:t>Plus ou moins bien structuré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895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61E18-D51E-E265-CD9C-5986892C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front/back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07EE73-A4E5-3FD9-6C6A-E1A50EA58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Deux applications séparées</a:t>
            </a:r>
          </a:p>
          <a:p>
            <a:r>
              <a:rPr lang="fr-FR" dirty="0"/>
              <a:t>Séparation des responsabilités</a:t>
            </a:r>
          </a:p>
          <a:p>
            <a:pPr lvl="1"/>
            <a:r>
              <a:rPr lang="fr-FR" dirty="0"/>
              <a:t>Backend : Logique métier</a:t>
            </a:r>
          </a:p>
          <a:p>
            <a:pPr lvl="1"/>
            <a:r>
              <a:rPr lang="fr-FR" dirty="0"/>
              <a:t>Frontend : Interface utilisateur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07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069D0A-9575-58E2-3418-FC3C9E82D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Service-</a:t>
            </a:r>
            <a:r>
              <a:rPr lang="fr-FR" dirty="0" err="1"/>
              <a:t>Oriented</a:t>
            </a:r>
            <a:r>
              <a:rPr lang="fr-FR" dirty="0"/>
              <a:t> Architecture (SOA)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7E89A8-C11B-24B7-1FFC-7B424A89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Séparation en plusieurs services </a:t>
            </a:r>
          </a:p>
          <a:p>
            <a:r>
              <a:rPr lang="fr-FR" dirty="0"/>
              <a:t>Réutilisables d’un projet à l’autre</a:t>
            </a:r>
          </a:p>
        </p:txBody>
      </p:sp>
    </p:spTree>
    <p:extLst>
      <p:ext uri="{BB962C8B-B14F-4D97-AF65-F5344CB8AC3E}">
        <p14:creationId xmlns:p14="http://schemas.microsoft.com/office/powerpoint/2010/main" val="433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57E90-B557-7242-E188-2206F4B0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BEA4F4-D259-7289-3751-07D7D05F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</a:t>
            </a:r>
            <a:r>
              <a:rPr lang="fr-FR" dirty="0" err="1"/>
              <a:t>microservices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60C96F-EAD0-B44C-92CA-3C7B6C42D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1E26CAAF-C922-AF7F-5A7E-DE4C7813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85055" y="901976"/>
            <a:ext cx="2699160" cy="20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1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973AA3A-8E3B-B005-5349-3EE9A1A4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30D2CD3-08FA-1594-5D70-97AD945F5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Explosion des utilisateurs et des données</a:t>
            </a:r>
          </a:p>
          <a:p>
            <a:r>
              <a:rPr lang="fr-FR" dirty="0"/>
              <a:t>DevOps et CI/CD</a:t>
            </a:r>
          </a:p>
          <a:p>
            <a:r>
              <a:rPr lang="fr-FR" dirty="0"/>
              <a:t>Écosystèmes cloud</a:t>
            </a:r>
          </a:p>
          <a:p>
            <a:r>
              <a:rPr lang="fr-FR" dirty="0"/>
              <a:t>Premiers exemples : Netflix, Amazon, …</a:t>
            </a:r>
          </a:p>
        </p:txBody>
      </p:sp>
    </p:spTree>
    <p:extLst>
      <p:ext uri="{BB962C8B-B14F-4D97-AF65-F5344CB8AC3E}">
        <p14:creationId xmlns:p14="http://schemas.microsoft.com/office/powerpoint/2010/main" val="288391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BEDFC-4537-15E4-9655-327E17F0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Scalabilité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BEECE4-F241-4669-9E48-21D9198BA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Capacité d’un système à s’adapter au modifications de sa charge</a:t>
            </a:r>
          </a:p>
        </p:txBody>
      </p:sp>
      <p:pic>
        <p:nvPicPr>
          <p:cNvPr id="6" name="Image 5" descr="Une image contenant capture d’écran, texte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6439F172-342C-5423-71B8-30D00531C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95" y="2601912"/>
            <a:ext cx="6052609" cy="389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2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584FC-786A-74C3-9C76-5ABD7B22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</a:t>
            </a:r>
            <a:r>
              <a:rPr lang="fr-FR" dirty="0" err="1"/>
              <a:t>microservices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6981E5-5156-CB06-6D78-38D45E70B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Multitude de services</a:t>
            </a:r>
          </a:p>
          <a:p>
            <a:r>
              <a:rPr lang="fr-FR" dirty="0"/>
              <a:t>Indépendants et interconnectés</a:t>
            </a:r>
          </a:p>
          <a:p>
            <a:r>
              <a:rPr lang="fr-FR" dirty="0"/>
              <a:t>Chaque service correspond à une responsabilité</a:t>
            </a:r>
          </a:p>
        </p:txBody>
      </p:sp>
    </p:spTree>
    <p:extLst>
      <p:ext uri="{BB962C8B-B14F-4D97-AF65-F5344CB8AC3E}">
        <p14:creationId xmlns:p14="http://schemas.microsoft.com/office/powerpoint/2010/main" val="2675957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1F723A-5870-D29E-FD71-FB7091DF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B88FC8D-1832-78CB-3389-E99852CA57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970606"/>
              </p:ext>
            </p:extLst>
          </p:nvPr>
        </p:nvGraphicFramePr>
        <p:xfrm>
          <a:off x="838200" y="1825624"/>
          <a:ext cx="10515600" cy="2865245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40279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581987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594282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554241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97180257"/>
                    </a:ext>
                  </a:extLst>
                </a:gridCol>
              </a:tblGrid>
              <a:tr h="573049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Monolithique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Front/back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Microservices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086434"/>
                  </a:ext>
                </a:extLst>
              </a:tr>
              <a:tr h="573049">
                <a:tc>
                  <a:txBody>
                    <a:bodyPr/>
                    <a:lstStyle/>
                    <a:p>
                      <a:r>
                        <a:rPr lang="fr-FR" dirty="0"/>
                        <a:t>Codebases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Plusieurs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Beaucoup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74065"/>
                  </a:ext>
                </a:extLst>
              </a:tr>
              <a:tr h="573049">
                <a:tc>
                  <a:txBody>
                    <a:bodyPr/>
                    <a:lstStyle/>
                    <a:p>
                      <a:r>
                        <a:rPr lang="fr-FR" dirty="0"/>
                        <a:t>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Une seule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Deux stacks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Polyglotte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Polyglotte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68033"/>
                  </a:ext>
                </a:extLst>
              </a:tr>
              <a:tr h="573049">
                <a:tc>
                  <a:txBody>
                    <a:bodyPr/>
                    <a:lstStyle/>
                    <a:p>
                      <a:r>
                        <a:rPr lang="fr-FR" dirty="0"/>
                        <a:t>Couplage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016643"/>
                  </a:ext>
                </a:extLst>
              </a:tr>
              <a:tr h="573049">
                <a:tc>
                  <a:txBody>
                    <a:bodyPr/>
                    <a:lstStyle/>
                    <a:p>
                      <a:r>
                        <a:rPr lang="fr-FR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Lourde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Complexe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15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36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D284C1-7956-AFAC-7251-AFB5FEE9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</a:t>
            </a:r>
          </a:p>
        </p:txBody>
      </p:sp>
      <p:pic>
        <p:nvPicPr>
          <p:cNvPr id="13" name="Espace réservé du contenu 12" descr="Une image contenant capture d’écran, Caractère coloré, texte, conception&#10;&#10;Le contenu généré par l’IA peut être incorrect.">
            <a:extLst>
              <a:ext uri="{FF2B5EF4-FFF2-40B4-BE49-F238E27FC236}">
                <a16:creationId xmlns:a16="http://schemas.microsoft.com/office/drawing/2014/main" id="{E4BE886B-C812-F149-61CC-84A455166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1432" y="1690688"/>
            <a:ext cx="4009136" cy="4009136"/>
          </a:xfrm>
        </p:spPr>
      </p:pic>
    </p:spTree>
    <p:extLst>
      <p:ext uri="{BB962C8B-B14F-4D97-AF65-F5344CB8AC3E}">
        <p14:creationId xmlns:p14="http://schemas.microsoft.com/office/powerpoint/2010/main" val="3311626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E113F3-F382-A3B8-1917-DA4A231C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Évolution ?</a:t>
            </a:r>
          </a:p>
        </p:txBody>
      </p:sp>
      <p:pic>
        <p:nvPicPr>
          <p:cNvPr id="4" name="Image 5" descr="Une image contenant texte, plat, table, capture d’écran&#10;&#10;Description générée automatiquement">
            <a:extLst>
              <a:ext uri="{FF2B5EF4-FFF2-40B4-BE49-F238E27FC236}">
                <a16:creationId xmlns:a16="http://schemas.microsoft.com/office/drawing/2014/main" id="{A88DDE49-731C-340A-50DD-68AC749E7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2609" y="1027827"/>
            <a:ext cx="3886782" cy="58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74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A0E0D-A4AA-BBC9-C174-8F6ABA71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25BEFE-7F5B-378B-8324-5DBD96C1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053136-12A5-7134-8B32-105EC935E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D311FADF-7DE0-E460-1A75-BD835866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85055" y="901976"/>
            <a:ext cx="2699160" cy="20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36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D084B45-838E-C6D8-E73E-AAC2965D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2517766-B102-22CF-86F9-5A57D42ED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Implémentez le service suivant en </a:t>
            </a:r>
            <a:r>
              <a:rPr lang="fr-FR" b="1" dirty="0"/>
              <a:t>deux technologies</a:t>
            </a:r>
            <a:r>
              <a:rPr lang="fr-FR" dirty="0"/>
              <a:t> différentes</a:t>
            </a:r>
          </a:p>
          <a:p>
            <a:r>
              <a:rPr lang="fr-BE" b="1" dirty="0"/>
              <a:t>Service </a:t>
            </a:r>
            <a:r>
              <a:rPr lang="fr-BE" b="1" dirty="0" err="1"/>
              <a:t>Order</a:t>
            </a:r>
            <a:r>
              <a:rPr lang="fr-BE" dirty="0"/>
              <a:t>, enregistre (en mémoire, pas de DB) les commandes passées</a:t>
            </a:r>
            <a:endParaRPr lang="fr-BE" b="1" dirty="0"/>
          </a:p>
          <a:p>
            <a:r>
              <a:rPr lang="fr-BE" b="1" dirty="0" err="1"/>
              <a:t>Endpoints</a:t>
            </a:r>
            <a:r>
              <a:rPr lang="fr-BE" b="1" dirty="0"/>
              <a:t> attendus</a:t>
            </a:r>
            <a:r>
              <a:rPr lang="fr-BE" dirty="0"/>
              <a:t> :</a:t>
            </a:r>
          </a:p>
          <a:p>
            <a:pPr lvl="1"/>
            <a:r>
              <a:rPr lang="fr-BE" dirty="0" err="1"/>
              <a:t>createOrder</a:t>
            </a:r>
            <a:r>
              <a:rPr lang="fr-BE" dirty="0"/>
              <a:t>(</a:t>
            </a:r>
            <a:r>
              <a:rPr lang="fr-BE" dirty="0" err="1"/>
              <a:t>product</a:t>
            </a:r>
            <a:r>
              <a:rPr lang="fr-BE" dirty="0"/>
              <a:t>: string, </a:t>
            </a:r>
            <a:r>
              <a:rPr lang="fr-BE" dirty="0" err="1"/>
              <a:t>quantity</a:t>
            </a:r>
            <a:r>
              <a:rPr lang="fr-BE" dirty="0"/>
              <a:t>: </a:t>
            </a:r>
            <a:r>
              <a:rPr lang="fr-BE" dirty="0" err="1"/>
              <a:t>int</a:t>
            </a:r>
            <a:r>
              <a:rPr lang="fr-BE" dirty="0"/>
              <a:t>) → </a:t>
            </a:r>
            <a:r>
              <a:rPr lang="fr-BE" dirty="0" err="1"/>
              <a:t>orderId</a:t>
            </a:r>
            <a:endParaRPr lang="fr-BE" dirty="0"/>
          </a:p>
          <a:p>
            <a:pPr lvl="1"/>
            <a:r>
              <a:rPr lang="fr-BE" dirty="0" err="1"/>
              <a:t>getOrder</a:t>
            </a:r>
            <a:r>
              <a:rPr lang="fr-BE" dirty="0"/>
              <a:t>(</a:t>
            </a:r>
            <a:r>
              <a:rPr lang="fr-BE" dirty="0" err="1"/>
              <a:t>orderId</a:t>
            </a:r>
            <a:r>
              <a:rPr lang="fr-BE" dirty="0"/>
              <a:t>: string) → {</a:t>
            </a:r>
            <a:r>
              <a:rPr lang="fr-BE" dirty="0" err="1"/>
              <a:t>product</a:t>
            </a:r>
            <a:r>
              <a:rPr lang="fr-BE" dirty="0"/>
              <a:t>, </a:t>
            </a:r>
            <a:r>
              <a:rPr lang="fr-BE" dirty="0" err="1"/>
              <a:t>quantity</a:t>
            </a:r>
            <a:r>
              <a:rPr lang="fr-BE" dirty="0"/>
              <a:t>}</a:t>
            </a:r>
          </a:p>
          <a:p>
            <a:r>
              <a:rPr lang="fr-BE" dirty="0"/>
              <a:t>Technologies proposées :</a:t>
            </a:r>
          </a:p>
          <a:p>
            <a:pPr lvl="1"/>
            <a:r>
              <a:rPr lang="fr-BE" dirty="0"/>
              <a:t>Java/Spring</a:t>
            </a:r>
          </a:p>
          <a:p>
            <a:pPr lvl="1"/>
            <a:r>
              <a:rPr lang="fr-BE" dirty="0" err="1"/>
              <a:t>NodeJS</a:t>
            </a:r>
            <a:r>
              <a:rPr lang="fr-BE" dirty="0"/>
              <a:t>/Express</a:t>
            </a:r>
          </a:p>
          <a:p>
            <a:pPr lvl="1"/>
            <a:r>
              <a:rPr lang="fr-BE" dirty="0"/>
              <a:t>Python/</a:t>
            </a:r>
            <a:r>
              <a:rPr lang="fr-BE" dirty="0" err="1"/>
              <a:t>FastAPI</a:t>
            </a:r>
            <a:endParaRPr lang="fr-BE" dirty="0"/>
          </a:p>
          <a:p>
            <a:pPr lvl="1"/>
            <a:r>
              <a:rPr lang="fr-BE" dirty="0"/>
              <a:t>C#/.NET</a:t>
            </a:r>
          </a:p>
        </p:txBody>
      </p:sp>
    </p:spTree>
    <p:extLst>
      <p:ext uri="{BB962C8B-B14F-4D97-AF65-F5344CB8AC3E}">
        <p14:creationId xmlns:p14="http://schemas.microsoft.com/office/powerpoint/2010/main" val="8988718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472d64-0d3a-484e-8dae-9877b44b21bc">
      <Terms xmlns="http://schemas.microsoft.com/office/infopath/2007/PartnerControls"/>
    </lcf76f155ced4ddcb4097134ff3c332f>
    <TaxCatchAll xmlns="3f185228-d0ce-4b0b-b59f-3a34cdc9a5e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D1306D512654B98E69FC24695A753" ma:contentTypeVersion="15" ma:contentTypeDescription="Crée un document." ma:contentTypeScope="" ma:versionID="28052f1bfc756513fdd0761c43ce7efd">
  <xsd:schema xmlns:xsd="http://www.w3.org/2001/XMLSchema" xmlns:xs="http://www.w3.org/2001/XMLSchema" xmlns:p="http://schemas.microsoft.com/office/2006/metadata/properties" xmlns:ns2="c7472d64-0d3a-484e-8dae-9877b44b21bc" xmlns:ns3="3f185228-d0ce-4b0b-b59f-3a34cdc9a5e8" targetNamespace="http://schemas.microsoft.com/office/2006/metadata/properties" ma:root="true" ma:fieldsID="4d768537006f52dd3f7fe37d41052ab4" ns2:_="" ns3:_="">
    <xsd:import namespace="c7472d64-0d3a-484e-8dae-9877b44b21bc"/>
    <xsd:import namespace="3f185228-d0ce-4b0b-b59f-3a34cdc9a5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72d64-0d3a-484e-8dae-9877b44b2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99b3629-034e-40d8-81e2-b8c7a4d86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85228-d0ce-4b0b-b59f-3a34cdc9a5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8feede-4adb-4166-85fa-b177792af49a}" ma:internalName="TaxCatchAll" ma:showField="CatchAllData" ma:web="3f185228-d0ce-4b0b-b59f-3a34cdc9a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6A60DD-0819-44A7-BCCB-22A76EDEC8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48E1A7-97CF-485A-ABD4-0EF9F7BDF039}">
  <ds:schemaRefs>
    <ds:schemaRef ds:uri="http://schemas.microsoft.com/office/2006/metadata/properties"/>
    <ds:schemaRef ds:uri="http://purl.org/dc/dcmitype/"/>
    <ds:schemaRef ds:uri="3f185228-d0ce-4b0b-b59f-3a34cdc9a5e8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7472d64-0d3a-484e-8dae-9877b44b21bc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336CD95-D85F-4105-A3BB-89CA3ADCA1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472d64-0d3a-484e-8dae-9877b44b21bc"/>
    <ds:schemaRef ds:uri="3f185228-d0ce-4b0b-b59f-3a34cdc9a5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287</Words>
  <Application>Microsoft Macintosh PowerPoint</Application>
  <PresentationFormat>Grand écran</PresentationFormat>
  <Paragraphs>94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Thème Office</vt:lpstr>
      <vt:lpstr>BINV3140-D Microservices</vt:lpstr>
      <vt:lpstr>Objectifs du cours</vt:lpstr>
      <vt:lpstr>Organisation</vt:lpstr>
      <vt:lpstr>Autres modèles d’architecture</vt:lpstr>
      <vt:lpstr>Architecture monolithique</vt:lpstr>
      <vt:lpstr>Architecture front/back</vt:lpstr>
      <vt:lpstr>Service-Oriented Architecture (SOA)</vt:lpstr>
      <vt:lpstr>Architecture microservices</vt:lpstr>
      <vt:lpstr>Contexte</vt:lpstr>
      <vt:lpstr>Scalabilité</vt:lpstr>
      <vt:lpstr>Architecture microservices</vt:lpstr>
      <vt:lpstr>Comparaison</vt:lpstr>
      <vt:lpstr>Comparaison</vt:lpstr>
      <vt:lpstr>Évolution ?</vt:lpstr>
      <vt:lpstr>Exercice</vt:lpstr>
      <vt:lpstr>Exercice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STREBELLE</dc:creator>
  <cp:lastModifiedBy>Sébastien STREBELLE</cp:lastModifiedBy>
  <cp:revision>6</cp:revision>
  <dcterms:created xsi:type="dcterms:W3CDTF">2024-09-17T08:11:48Z</dcterms:created>
  <dcterms:modified xsi:type="dcterms:W3CDTF">2025-09-14T23:08:38Z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0x010100D3ED1306D512654B98E69FC24695A753</vt:lpwstr>
  </property>
</Properties>
</file>