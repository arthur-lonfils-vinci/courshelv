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1"/>
  </p:notesMasterIdLst>
  <p:sldIdLst>
    <p:sldId id="256" r:id="rId5"/>
    <p:sldId id="349" r:id="rId6"/>
    <p:sldId id="351" r:id="rId7"/>
    <p:sldId id="352" r:id="rId8"/>
    <p:sldId id="371" r:id="rId9"/>
    <p:sldId id="353" r:id="rId10"/>
    <p:sldId id="354" r:id="rId11"/>
    <p:sldId id="355" r:id="rId12"/>
    <p:sldId id="357" r:id="rId13"/>
    <p:sldId id="372" r:id="rId14"/>
    <p:sldId id="358" r:id="rId15"/>
    <p:sldId id="359" r:id="rId16"/>
    <p:sldId id="360" r:id="rId17"/>
    <p:sldId id="373" r:id="rId18"/>
    <p:sldId id="374" r:id="rId19"/>
    <p:sldId id="375" r:id="rId20"/>
    <p:sldId id="376" r:id="rId21"/>
    <p:sldId id="377" r:id="rId22"/>
    <p:sldId id="378" r:id="rId23"/>
    <p:sldId id="379" r:id="rId24"/>
    <p:sldId id="361" r:id="rId25"/>
    <p:sldId id="367" r:id="rId26"/>
    <p:sldId id="368" r:id="rId27"/>
    <p:sldId id="369" r:id="rId28"/>
    <p:sldId id="370" r:id="rId29"/>
    <p:sldId id="380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3136D2-9C4F-6F10-5CB1-E140D32BC7EB}" v="256" dt="2025-10-09T08:28:27.6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Choquet" userId="S::olivier.choquet@vinci.be::53f816d3-8107-4a93-b043-614abb2d31bd" providerId="AD" clId="Web-{55383C19-6A2B-6F03-4A1C-62956B5B86A2}"/>
    <pc:docChg chg="modSld">
      <pc:chgData name="Olivier Choquet" userId="S::olivier.choquet@vinci.be::53f816d3-8107-4a93-b043-614abb2d31bd" providerId="AD" clId="Web-{55383C19-6A2B-6F03-4A1C-62956B5B86A2}" dt="2025-09-26T12:56:06.251" v="119"/>
      <pc:docMkLst>
        <pc:docMk/>
      </pc:docMkLst>
      <pc:sldChg chg="modSp">
        <pc:chgData name="Olivier Choquet" userId="S::olivier.choquet@vinci.be::53f816d3-8107-4a93-b043-614abb2d31bd" providerId="AD" clId="Web-{55383C19-6A2B-6F03-4A1C-62956B5B86A2}" dt="2025-09-26T12:51:36.635" v="80" actId="20577"/>
        <pc:sldMkLst>
          <pc:docMk/>
          <pc:sldMk cId="3962708208" sldId="352"/>
        </pc:sldMkLst>
        <pc:spChg chg="mod">
          <ac:chgData name="Olivier Choquet" userId="S::olivier.choquet@vinci.be::53f816d3-8107-4a93-b043-614abb2d31bd" providerId="AD" clId="Web-{55383C19-6A2B-6F03-4A1C-62956B5B86A2}" dt="2025-09-26T12:51:36.635" v="80" actId="20577"/>
          <ac:spMkLst>
            <pc:docMk/>
            <pc:sldMk cId="3962708208" sldId="352"/>
            <ac:spMk id="3" creationId="{E12BD3E4-F455-F4BF-2CC9-DD12F6F8795E}"/>
          </ac:spMkLst>
        </pc:spChg>
      </pc:sldChg>
      <pc:sldChg chg="modSp">
        <pc:chgData name="Olivier Choquet" userId="S::olivier.choquet@vinci.be::53f816d3-8107-4a93-b043-614abb2d31bd" providerId="AD" clId="Web-{55383C19-6A2B-6F03-4A1C-62956B5B86A2}" dt="2025-09-26T12:39:57.746" v="72" actId="20577"/>
        <pc:sldMkLst>
          <pc:docMk/>
          <pc:sldMk cId="2418260608" sldId="361"/>
        </pc:sldMkLst>
        <pc:spChg chg="mod">
          <ac:chgData name="Olivier Choquet" userId="S::olivier.choquet@vinci.be::53f816d3-8107-4a93-b043-614abb2d31bd" providerId="AD" clId="Web-{55383C19-6A2B-6F03-4A1C-62956B5B86A2}" dt="2025-09-26T12:33:05.016" v="6" actId="20577"/>
          <ac:spMkLst>
            <pc:docMk/>
            <pc:sldMk cId="2418260608" sldId="361"/>
            <ac:spMk id="2" creationId="{D826EFE5-D215-38FC-7203-CFBC205FA270}"/>
          </ac:spMkLst>
        </pc:spChg>
        <pc:spChg chg="mod">
          <ac:chgData name="Olivier Choquet" userId="S::olivier.choquet@vinci.be::53f816d3-8107-4a93-b043-614abb2d31bd" providerId="AD" clId="Web-{55383C19-6A2B-6F03-4A1C-62956B5B86A2}" dt="2025-09-26T12:39:57.746" v="72" actId="20577"/>
          <ac:spMkLst>
            <pc:docMk/>
            <pc:sldMk cId="2418260608" sldId="361"/>
            <ac:spMk id="3" creationId="{5BBA9D66-594A-D773-F8E5-9B8E46CFF0A2}"/>
          </ac:spMkLst>
        </pc:spChg>
      </pc:sldChg>
      <pc:sldChg chg="modSp">
        <pc:chgData name="Olivier Choquet" userId="S::olivier.choquet@vinci.be::53f816d3-8107-4a93-b043-614abb2d31bd" providerId="AD" clId="Web-{55383C19-6A2B-6F03-4A1C-62956B5B86A2}" dt="2025-09-26T12:56:06.251" v="119"/>
        <pc:sldMkLst>
          <pc:docMk/>
          <pc:sldMk cId="4180700946" sldId="379"/>
        </pc:sldMkLst>
        <pc:graphicFrameChg chg="mod modGraphic">
          <ac:chgData name="Olivier Choquet" userId="S::olivier.choquet@vinci.be::53f816d3-8107-4a93-b043-614abb2d31bd" providerId="AD" clId="Web-{55383C19-6A2B-6F03-4A1C-62956B5B86A2}" dt="2025-09-26T12:56:06.251" v="119"/>
          <ac:graphicFrameMkLst>
            <pc:docMk/>
            <pc:sldMk cId="4180700946" sldId="379"/>
            <ac:graphicFrameMk id="4" creationId="{FC9FFCEB-E650-4121-1674-059DF64FE1E3}"/>
          </ac:graphicFrameMkLst>
        </pc:graphicFrameChg>
      </pc:sldChg>
    </pc:docChg>
  </pc:docChgLst>
  <pc:docChgLst>
    <pc:chgData name="Olivier Choquet" userId="S::olivier.choquet@vinci.be::53f816d3-8107-4a93-b043-614abb2d31bd" providerId="AD" clId="Web-{5930B99B-694F-F97B-583F-6C0E2E31B5DF}"/>
    <pc:docChg chg="addSld delSld modSld">
      <pc:chgData name="Olivier Choquet" userId="S::olivier.choquet@vinci.be::53f816d3-8107-4a93-b043-614abb2d31bd" providerId="AD" clId="Web-{5930B99B-694F-F97B-583F-6C0E2E31B5DF}" dt="2025-09-26T08:40:44.868" v="1453"/>
      <pc:docMkLst>
        <pc:docMk/>
      </pc:docMkLst>
      <pc:sldChg chg="delSp">
        <pc:chgData name="Olivier Choquet" userId="S::olivier.choquet@vinci.be::53f816d3-8107-4a93-b043-614abb2d31bd" providerId="AD" clId="Web-{5930B99B-694F-F97B-583F-6C0E2E31B5DF}" dt="2025-09-26T07:15:44.730" v="247"/>
        <pc:sldMkLst>
          <pc:docMk/>
          <pc:sldMk cId="2572945855" sldId="256"/>
        </pc:sldMkLst>
      </pc:sldChg>
      <pc:sldChg chg="modSp">
        <pc:chgData name="Olivier Choquet" userId="S::olivier.choquet@vinci.be::53f816d3-8107-4a93-b043-614abb2d31bd" providerId="AD" clId="Web-{5930B99B-694F-F97B-583F-6C0E2E31B5DF}" dt="2025-09-26T07:19:23.326" v="374" actId="20577"/>
        <pc:sldMkLst>
          <pc:docMk/>
          <pc:sldMk cId="3962708208" sldId="352"/>
        </pc:sldMkLst>
        <pc:spChg chg="mod">
          <ac:chgData name="Olivier Choquet" userId="S::olivier.choquet@vinci.be::53f816d3-8107-4a93-b043-614abb2d31bd" providerId="AD" clId="Web-{5930B99B-694F-F97B-583F-6C0E2E31B5DF}" dt="2025-09-26T07:19:23.326" v="374" actId="20577"/>
          <ac:spMkLst>
            <pc:docMk/>
            <pc:sldMk cId="3962708208" sldId="352"/>
            <ac:spMk id="3" creationId="{E12BD3E4-F455-F4BF-2CC9-DD12F6F8795E}"/>
          </ac:spMkLst>
        </pc:spChg>
      </pc:sldChg>
      <pc:sldChg chg="modSp">
        <pc:chgData name="Olivier Choquet" userId="S::olivier.choquet@vinci.be::53f816d3-8107-4a93-b043-614abb2d31bd" providerId="AD" clId="Web-{5930B99B-694F-F97B-583F-6C0E2E31B5DF}" dt="2025-09-26T07:21:39.283" v="420" actId="20577"/>
        <pc:sldMkLst>
          <pc:docMk/>
          <pc:sldMk cId="2670081642" sldId="354"/>
        </pc:sldMkLst>
        <pc:spChg chg="mod">
          <ac:chgData name="Olivier Choquet" userId="S::olivier.choquet@vinci.be::53f816d3-8107-4a93-b043-614abb2d31bd" providerId="AD" clId="Web-{5930B99B-694F-F97B-583F-6C0E2E31B5DF}" dt="2025-09-26T07:21:39.283" v="420" actId="20577"/>
          <ac:spMkLst>
            <pc:docMk/>
            <pc:sldMk cId="2670081642" sldId="354"/>
            <ac:spMk id="3" creationId="{F28CAF29-A0E9-8AF1-DC19-450346CE3B9C}"/>
          </ac:spMkLst>
        </pc:spChg>
      </pc:sldChg>
      <pc:sldChg chg="modSp">
        <pc:chgData name="Olivier Choquet" userId="S::olivier.choquet@vinci.be::53f816d3-8107-4a93-b043-614abb2d31bd" providerId="AD" clId="Web-{5930B99B-694F-F97B-583F-6C0E2E31B5DF}" dt="2025-09-26T07:23:52.016" v="461" actId="20577"/>
        <pc:sldMkLst>
          <pc:docMk/>
          <pc:sldMk cId="148922084" sldId="357"/>
        </pc:sldMkLst>
        <pc:spChg chg="mod">
          <ac:chgData name="Olivier Choquet" userId="S::olivier.choquet@vinci.be::53f816d3-8107-4a93-b043-614abb2d31bd" providerId="AD" clId="Web-{5930B99B-694F-F97B-583F-6C0E2E31B5DF}" dt="2025-09-26T07:23:52.016" v="461" actId="20577"/>
          <ac:spMkLst>
            <pc:docMk/>
            <pc:sldMk cId="148922084" sldId="357"/>
            <ac:spMk id="3" creationId="{492208B0-79E0-2BCA-99E1-32F1BFE19C5D}"/>
          </ac:spMkLst>
        </pc:spChg>
      </pc:sldChg>
      <pc:sldChg chg="modSp">
        <pc:chgData name="Olivier Choquet" userId="S::olivier.choquet@vinci.be::53f816d3-8107-4a93-b043-614abb2d31bd" providerId="AD" clId="Web-{5930B99B-694F-F97B-583F-6C0E2E31B5DF}" dt="2025-09-26T07:29:43.552" v="535" actId="20577"/>
        <pc:sldMkLst>
          <pc:docMk/>
          <pc:sldMk cId="1997708168" sldId="358"/>
        </pc:sldMkLst>
        <pc:spChg chg="mod">
          <ac:chgData name="Olivier Choquet" userId="S::olivier.choquet@vinci.be::53f816d3-8107-4a93-b043-614abb2d31bd" providerId="AD" clId="Web-{5930B99B-694F-F97B-583F-6C0E2E31B5DF}" dt="2025-09-26T07:29:43.552" v="535" actId="20577"/>
          <ac:spMkLst>
            <pc:docMk/>
            <pc:sldMk cId="1997708168" sldId="358"/>
            <ac:spMk id="2" creationId="{DC51A9C9-0012-8D3F-0AC8-597844F99810}"/>
          </ac:spMkLst>
        </pc:spChg>
      </pc:sldChg>
      <pc:sldChg chg="modSp">
        <pc:chgData name="Olivier Choquet" userId="S::olivier.choquet@vinci.be::53f816d3-8107-4a93-b043-614abb2d31bd" providerId="AD" clId="Web-{5930B99B-694F-F97B-583F-6C0E2E31B5DF}" dt="2025-09-26T07:29:54.897" v="538" actId="20577"/>
        <pc:sldMkLst>
          <pc:docMk/>
          <pc:sldMk cId="111708611" sldId="359"/>
        </pc:sldMkLst>
        <pc:spChg chg="mod">
          <ac:chgData name="Olivier Choquet" userId="S::olivier.choquet@vinci.be::53f816d3-8107-4a93-b043-614abb2d31bd" providerId="AD" clId="Web-{5930B99B-694F-F97B-583F-6C0E2E31B5DF}" dt="2025-09-26T07:29:54.897" v="538" actId="20577"/>
          <ac:spMkLst>
            <pc:docMk/>
            <pc:sldMk cId="111708611" sldId="359"/>
            <ac:spMk id="2" creationId="{7CB9D0D6-ECEC-183F-8417-6988AB251131}"/>
          </ac:spMkLst>
        </pc:spChg>
      </pc:sldChg>
      <pc:sldChg chg="modSp">
        <pc:chgData name="Olivier Choquet" userId="S::olivier.choquet@vinci.be::53f816d3-8107-4a93-b043-614abb2d31bd" providerId="AD" clId="Web-{5930B99B-694F-F97B-583F-6C0E2E31B5DF}" dt="2025-09-26T07:30:35.510" v="542" actId="20577"/>
        <pc:sldMkLst>
          <pc:docMk/>
          <pc:sldMk cId="63209631" sldId="360"/>
        </pc:sldMkLst>
        <pc:spChg chg="mod">
          <ac:chgData name="Olivier Choquet" userId="S::olivier.choquet@vinci.be::53f816d3-8107-4a93-b043-614abb2d31bd" providerId="AD" clId="Web-{5930B99B-694F-F97B-583F-6C0E2E31B5DF}" dt="2025-09-26T07:30:35.510" v="542" actId="20577"/>
          <ac:spMkLst>
            <pc:docMk/>
            <pc:sldMk cId="63209631" sldId="360"/>
            <ac:spMk id="2" creationId="{DED6494A-8BD4-9191-BEEB-4A0D593B590D}"/>
          </ac:spMkLst>
        </pc:spChg>
      </pc:sldChg>
      <pc:sldChg chg="modSp new">
        <pc:chgData name="Olivier Choquet" userId="S::olivier.choquet@vinci.be::53f816d3-8107-4a93-b043-614abb2d31bd" providerId="AD" clId="Web-{5930B99B-694F-F97B-583F-6C0E2E31B5DF}" dt="2025-09-26T06:54:36.557" v="68" actId="14100"/>
        <pc:sldMkLst>
          <pc:docMk/>
          <pc:sldMk cId="3996328300" sldId="367"/>
        </pc:sldMkLst>
        <pc:spChg chg="mod">
          <ac:chgData name="Olivier Choquet" userId="S::olivier.choquet@vinci.be::53f816d3-8107-4a93-b043-614abb2d31bd" providerId="AD" clId="Web-{5930B99B-694F-F97B-583F-6C0E2E31B5DF}" dt="2025-09-26T06:54:01.337" v="51" actId="20577"/>
          <ac:spMkLst>
            <pc:docMk/>
            <pc:sldMk cId="3996328300" sldId="367"/>
            <ac:spMk id="2" creationId="{04272A22-7E2C-CD0E-B450-3C3C68A663EB}"/>
          </ac:spMkLst>
        </pc:spChg>
        <pc:spChg chg="mod">
          <ac:chgData name="Olivier Choquet" userId="S::olivier.choquet@vinci.be::53f816d3-8107-4a93-b043-614abb2d31bd" providerId="AD" clId="Web-{5930B99B-694F-F97B-583F-6C0E2E31B5DF}" dt="2025-09-26T06:54:36.557" v="68" actId="14100"/>
          <ac:spMkLst>
            <pc:docMk/>
            <pc:sldMk cId="3996328300" sldId="367"/>
            <ac:spMk id="3" creationId="{5380DD42-CFD6-B268-AD76-4624C906C841}"/>
          </ac:spMkLst>
        </pc:spChg>
      </pc:sldChg>
      <pc:sldChg chg="addSp delSp modSp new">
        <pc:chgData name="Olivier Choquet" userId="S::olivier.choquet@vinci.be::53f816d3-8107-4a93-b043-614abb2d31bd" providerId="AD" clId="Web-{5930B99B-694F-F97B-583F-6C0E2E31B5DF}" dt="2025-09-26T06:56:24.168" v="87" actId="20577"/>
        <pc:sldMkLst>
          <pc:docMk/>
          <pc:sldMk cId="3218599735" sldId="368"/>
        </pc:sldMkLst>
        <pc:spChg chg="mod">
          <ac:chgData name="Olivier Choquet" userId="S::olivier.choquet@vinci.be::53f816d3-8107-4a93-b043-614abb2d31bd" providerId="AD" clId="Web-{5930B99B-694F-F97B-583F-6C0E2E31B5DF}" dt="2025-09-26T06:55:31.761" v="76" actId="20577"/>
          <ac:spMkLst>
            <pc:docMk/>
            <pc:sldMk cId="3218599735" sldId="368"/>
            <ac:spMk id="2" creationId="{F6FFF732-8235-C228-7ACD-26E501D3466B}"/>
          </ac:spMkLst>
        </pc:spChg>
        <pc:spChg chg="add del mod">
          <ac:chgData name="Olivier Choquet" userId="S::olivier.choquet@vinci.be::53f816d3-8107-4a93-b043-614abb2d31bd" providerId="AD" clId="Web-{5930B99B-694F-F97B-583F-6C0E2E31B5DF}" dt="2025-09-26T06:56:24.168" v="87" actId="20577"/>
          <ac:spMkLst>
            <pc:docMk/>
            <pc:sldMk cId="3218599735" sldId="368"/>
            <ac:spMk id="3" creationId="{3E7D5EAB-518B-37C7-CC1D-E2492425B0E3}"/>
          </ac:spMkLst>
        </pc:spChg>
      </pc:sldChg>
      <pc:sldChg chg="addSp modSp add replId">
        <pc:chgData name="Olivier Choquet" userId="S::olivier.choquet@vinci.be::53f816d3-8107-4a93-b043-614abb2d31bd" providerId="AD" clId="Web-{5930B99B-694F-F97B-583F-6C0E2E31B5DF}" dt="2025-09-26T06:59:43.957" v="240"/>
        <pc:sldMkLst>
          <pc:docMk/>
          <pc:sldMk cId="280220811" sldId="369"/>
        </pc:sldMkLst>
        <pc:spChg chg="mod">
          <ac:chgData name="Olivier Choquet" userId="S::olivier.choquet@vinci.be::53f816d3-8107-4a93-b043-614abb2d31bd" providerId="AD" clId="Web-{5930B99B-694F-F97B-583F-6C0E2E31B5DF}" dt="2025-09-26T06:57:37.233" v="106" actId="20577"/>
          <ac:spMkLst>
            <pc:docMk/>
            <pc:sldMk cId="280220811" sldId="369"/>
            <ac:spMk id="3" creationId="{53ABC674-6526-8CDD-E6AB-937F4AB30EBB}"/>
          </ac:spMkLst>
        </pc:spChg>
        <pc:graphicFrameChg chg="add mod modGraphic">
          <ac:chgData name="Olivier Choquet" userId="S::olivier.choquet@vinci.be::53f816d3-8107-4a93-b043-614abb2d31bd" providerId="AD" clId="Web-{5930B99B-694F-F97B-583F-6C0E2E31B5DF}" dt="2025-09-26T06:59:43.957" v="240"/>
          <ac:graphicFrameMkLst>
            <pc:docMk/>
            <pc:sldMk cId="280220811" sldId="369"/>
            <ac:graphicFrameMk id="4" creationId="{A93DCB64-8B50-D576-B7BB-7C5F9948435B}"/>
          </ac:graphicFrameMkLst>
        </pc:graphicFrameChg>
      </pc:sldChg>
      <pc:sldChg chg="delSp modSp add replId">
        <pc:chgData name="Olivier Choquet" userId="S::olivier.choquet@vinci.be::53f816d3-8107-4a93-b043-614abb2d31bd" providerId="AD" clId="Web-{5930B99B-694F-F97B-583F-6C0E2E31B5DF}" dt="2025-09-26T07:00:50.022" v="246" actId="20577"/>
        <pc:sldMkLst>
          <pc:docMk/>
          <pc:sldMk cId="3837988932" sldId="370"/>
        </pc:sldMkLst>
        <pc:spChg chg="mod">
          <ac:chgData name="Olivier Choquet" userId="S::olivier.choquet@vinci.be::53f816d3-8107-4a93-b043-614abb2d31bd" providerId="AD" clId="Web-{5930B99B-694F-F97B-583F-6C0E2E31B5DF}" dt="2025-09-26T07:00:50.022" v="246" actId="20577"/>
          <ac:spMkLst>
            <pc:docMk/>
            <pc:sldMk cId="3837988932" sldId="370"/>
            <ac:spMk id="3" creationId="{1DC3C5EF-F8ED-EA86-E672-BBA6ACA2FF4F}"/>
          </ac:spMkLst>
        </pc:spChg>
      </pc:sldChg>
      <pc:sldChg chg="modSp add replId">
        <pc:chgData name="Olivier Choquet" userId="S::olivier.choquet@vinci.be::53f816d3-8107-4a93-b043-614abb2d31bd" providerId="AD" clId="Web-{5930B99B-694F-F97B-583F-6C0E2E31B5DF}" dt="2025-09-26T07:20:18.547" v="404" actId="20577"/>
        <pc:sldMkLst>
          <pc:docMk/>
          <pc:sldMk cId="3673472649" sldId="371"/>
        </pc:sldMkLst>
        <pc:spChg chg="mod">
          <ac:chgData name="Olivier Choquet" userId="S::olivier.choquet@vinci.be::53f816d3-8107-4a93-b043-614abb2d31bd" providerId="AD" clId="Web-{5930B99B-694F-F97B-583F-6C0E2E31B5DF}" dt="2025-09-26T07:20:18.547" v="404" actId="20577"/>
          <ac:spMkLst>
            <pc:docMk/>
            <pc:sldMk cId="3673472649" sldId="371"/>
            <ac:spMk id="3" creationId="{FDD7511F-94CF-0F63-F86F-57AF955CF1B9}"/>
          </ac:spMkLst>
        </pc:spChg>
      </pc:sldChg>
      <pc:sldChg chg="modSp add replId">
        <pc:chgData name="Olivier Choquet" userId="S::olivier.choquet@vinci.be::53f816d3-8107-4a93-b043-614abb2d31bd" providerId="AD" clId="Web-{5930B99B-694F-F97B-583F-6C0E2E31B5DF}" dt="2025-09-26T07:26:51.977" v="526" actId="20577"/>
        <pc:sldMkLst>
          <pc:docMk/>
          <pc:sldMk cId="734091426" sldId="372"/>
        </pc:sldMkLst>
        <pc:spChg chg="mod">
          <ac:chgData name="Olivier Choquet" userId="S::olivier.choquet@vinci.be::53f816d3-8107-4a93-b043-614abb2d31bd" providerId="AD" clId="Web-{5930B99B-694F-F97B-583F-6C0E2E31B5DF}" dt="2025-09-26T07:24:52.160" v="495" actId="20577"/>
          <ac:spMkLst>
            <pc:docMk/>
            <pc:sldMk cId="734091426" sldId="372"/>
            <ac:spMk id="2" creationId="{DF994995-BF0F-606B-D4B5-F0BC5EFF1507}"/>
          </ac:spMkLst>
        </pc:spChg>
        <pc:spChg chg="mod">
          <ac:chgData name="Olivier Choquet" userId="S::olivier.choquet@vinci.be::53f816d3-8107-4a93-b043-614abb2d31bd" providerId="AD" clId="Web-{5930B99B-694F-F97B-583F-6C0E2E31B5DF}" dt="2025-09-26T07:26:51.977" v="526" actId="20577"/>
          <ac:spMkLst>
            <pc:docMk/>
            <pc:sldMk cId="734091426" sldId="372"/>
            <ac:spMk id="3" creationId="{A491A35E-3D7F-C35F-DD82-403AF941DF2B}"/>
          </ac:spMkLst>
        </pc:spChg>
      </pc:sldChg>
      <pc:sldChg chg="modSp new">
        <pc:chgData name="Olivier Choquet" userId="S::olivier.choquet@vinci.be::53f816d3-8107-4a93-b043-614abb2d31bd" providerId="AD" clId="Web-{5930B99B-694F-F97B-583F-6C0E2E31B5DF}" dt="2025-09-26T07:36:23.212" v="581" actId="20577"/>
        <pc:sldMkLst>
          <pc:docMk/>
          <pc:sldMk cId="1007520399" sldId="373"/>
        </pc:sldMkLst>
        <pc:spChg chg="mod">
          <ac:chgData name="Olivier Choquet" userId="S::olivier.choquet@vinci.be::53f816d3-8107-4a93-b043-614abb2d31bd" providerId="AD" clId="Web-{5930B99B-694F-F97B-583F-6C0E2E31B5DF}" dt="2025-09-26T07:33:14.393" v="555" actId="20577"/>
          <ac:spMkLst>
            <pc:docMk/>
            <pc:sldMk cId="1007520399" sldId="373"/>
            <ac:spMk id="2" creationId="{F9759BF8-1565-BBEF-C8AF-8E03BDD0CABF}"/>
          </ac:spMkLst>
        </pc:spChg>
        <pc:spChg chg="mod">
          <ac:chgData name="Olivier Choquet" userId="S::olivier.choquet@vinci.be::53f816d3-8107-4a93-b043-614abb2d31bd" providerId="AD" clId="Web-{5930B99B-694F-F97B-583F-6C0E2E31B5DF}" dt="2025-09-26T07:36:23.212" v="581" actId="20577"/>
          <ac:spMkLst>
            <pc:docMk/>
            <pc:sldMk cId="1007520399" sldId="373"/>
            <ac:spMk id="3" creationId="{6D5B3331-5507-319F-E476-25D3513B5270}"/>
          </ac:spMkLst>
        </pc:spChg>
      </pc:sldChg>
      <pc:sldChg chg="modSp add replId">
        <pc:chgData name="Olivier Choquet" userId="S::olivier.choquet@vinci.be::53f816d3-8107-4a93-b043-614abb2d31bd" providerId="AD" clId="Web-{5930B99B-694F-F97B-583F-6C0E2E31B5DF}" dt="2025-09-26T07:37:41.491" v="611" actId="20577"/>
        <pc:sldMkLst>
          <pc:docMk/>
          <pc:sldMk cId="2113648849" sldId="374"/>
        </pc:sldMkLst>
        <pc:spChg chg="mod">
          <ac:chgData name="Olivier Choquet" userId="S::olivier.choquet@vinci.be::53f816d3-8107-4a93-b043-614abb2d31bd" providerId="AD" clId="Web-{5930B99B-694F-F97B-583F-6C0E2E31B5DF}" dt="2025-09-26T07:37:41.491" v="611" actId="20577"/>
          <ac:spMkLst>
            <pc:docMk/>
            <pc:sldMk cId="2113648849" sldId="374"/>
            <ac:spMk id="3" creationId="{67297246-728D-3A06-16A4-C4EC0865277E}"/>
          </ac:spMkLst>
        </pc:spChg>
      </pc:sldChg>
      <pc:sldChg chg="addSp delSp modSp new">
        <pc:chgData name="Olivier Choquet" userId="S::olivier.choquet@vinci.be::53f816d3-8107-4a93-b043-614abb2d31bd" providerId="AD" clId="Web-{5930B99B-694F-F97B-583F-6C0E2E31B5DF}" dt="2025-09-26T07:43:37.023" v="732" actId="20577"/>
        <pc:sldMkLst>
          <pc:docMk/>
          <pc:sldMk cId="3752552477" sldId="375"/>
        </pc:sldMkLst>
        <pc:spChg chg="mod">
          <ac:chgData name="Olivier Choquet" userId="S::olivier.choquet@vinci.be::53f816d3-8107-4a93-b043-614abb2d31bd" providerId="AD" clId="Web-{5930B99B-694F-F97B-583F-6C0E2E31B5DF}" dt="2025-09-26T07:38:38.905" v="630" actId="20577"/>
          <ac:spMkLst>
            <pc:docMk/>
            <pc:sldMk cId="3752552477" sldId="375"/>
            <ac:spMk id="2" creationId="{9AA33E38-43A0-545D-111C-7C04AD1CE4BD}"/>
          </ac:spMkLst>
        </pc:spChg>
        <pc:spChg chg="mod">
          <ac:chgData name="Olivier Choquet" userId="S::olivier.choquet@vinci.be::53f816d3-8107-4a93-b043-614abb2d31bd" providerId="AD" clId="Web-{5930B99B-694F-F97B-583F-6C0E2E31B5DF}" dt="2025-09-26T07:43:37.023" v="732" actId="20577"/>
          <ac:spMkLst>
            <pc:docMk/>
            <pc:sldMk cId="3752552477" sldId="375"/>
            <ac:spMk id="3" creationId="{0D6A0628-6FFD-0888-8568-03CB4A3BBB7F}"/>
          </ac:spMkLst>
        </pc:spChg>
      </pc:sldChg>
      <pc:sldChg chg="modSp new">
        <pc:chgData name="Olivier Choquet" userId="S::olivier.choquet@vinci.be::53f816d3-8107-4a93-b043-614abb2d31bd" providerId="AD" clId="Web-{5930B99B-694F-F97B-583F-6C0E2E31B5DF}" dt="2025-09-26T07:48:16.636" v="811" actId="20577"/>
        <pc:sldMkLst>
          <pc:docMk/>
          <pc:sldMk cId="727933620" sldId="376"/>
        </pc:sldMkLst>
        <pc:spChg chg="mod">
          <ac:chgData name="Olivier Choquet" userId="S::olivier.choquet@vinci.be::53f816d3-8107-4a93-b043-614abb2d31bd" providerId="AD" clId="Web-{5930B99B-694F-F97B-583F-6C0E2E31B5DF}" dt="2025-09-26T07:46:18.417" v="750" actId="20577"/>
          <ac:spMkLst>
            <pc:docMk/>
            <pc:sldMk cId="727933620" sldId="376"/>
            <ac:spMk id="2" creationId="{8809F7A8-B04D-E244-64BA-A8331239BA87}"/>
          </ac:spMkLst>
        </pc:spChg>
        <pc:spChg chg="mod">
          <ac:chgData name="Olivier Choquet" userId="S::olivier.choquet@vinci.be::53f816d3-8107-4a93-b043-614abb2d31bd" providerId="AD" clId="Web-{5930B99B-694F-F97B-583F-6C0E2E31B5DF}" dt="2025-09-26T07:48:16.636" v="811" actId="20577"/>
          <ac:spMkLst>
            <pc:docMk/>
            <pc:sldMk cId="727933620" sldId="376"/>
            <ac:spMk id="3" creationId="{50ABEF90-506C-A387-BDD1-89913B64CE14}"/>
          </ac:spMkLst>
        </pc:spChg>
      </pc:sldChg>
      <pc:sldChg chg="modSp new">
        <pc:chgData name="Olivier Choquet" userId="S::olivier.choquet@vinci.be::53f816d3-8107-4a93-b043-614abb2d31bd" providerId="AD" clId="Web-{5930B99B-694F-F97B-583F-6C0E2E31B5DF}" dt="2025-09-26T07:51:49.700" v="865" actId="20577"/>
        <pc:sldMkLst>
          <pc:docMk/>
          <pc:sldMk cId="3319715095" sldId="377"/>
        </pc:sldMkLst>
        <pc:spChg chg="mod">
          <ac:chgData name="Olivier Choquet" userId="S::olivier.choquet@vinci.be::53f816d3-8107-4a93-b043-614abb2d31bd" providerId="AD" clId="Web-{5930B99B-694F-F97B-583F-6C0E2E31B5DF}" dt="2025-09-26T07:51:49.700" v="865" actId="20577"/>
          <ac:spMkLst>
            <pc:docMk/>
            <pc:sldMk cId="3319715095" sldId="377"/>
            <ac:spMk id="2" creationId="{284A09ED-5355-46E4-60A0-EA39ADC245B7}"/>
          </ac:spMkLst>
        </pc:spChg>
        <pc:spChg chg="mod">
          <ac:chgData name="Olivier Choquet" userId="S::olivier.choquet@vinci.be::53f816d3-8107-4a93-b043-614abb2d31bd" providerId="AD" clId="Web-{5930B99B-694F-F97B-583F-6C0E2E31B5DF}" dt="2025-09-26T07:51:37.825" v="852" actId="20577"/>
          <ac:spMkLst>
            <pc:docMk/>
            <pc:sldMk cId="3319715095" sldId="377"/>
            <ac:spMk id="3" creationId="{0C8E0DA1-7E1D-C337-4E35-4195E435D6F1}"/>
          </ac:spMkLst>
        </pc:spChg>
      </pc:sldChg>
      <pc:sldChg chg="modSp new">
        <pc:chgData name="Olivier Choquet" userId="S::olivier.choquet@vinci.be::53f816d3-8107-4a93-b043-614abb2d31bd" providerId="AD" clId="Web-{5930B99B-694F-F97B-583F-6C0E2E31B5DF}" dt="2025-09-26T08:11:59.096" v="1091" actId="20577"/>
        <pc:sldMkLst>
          <pc:docMk/>
          <pc:sldMk cId="3661524584" sldId="378"/>
        </pc:sldMkLst>
        <pc:spChg chg="mod">
          <ac:chgData name="Olivier Choquet" userId="S::olivier.choquet@vinci.be::53f816d3-8107-4a93-b043-614abb2d31bd" providerId="AD" clId="Web-{5930B99B-694F-F97B-583F-6C0E2E31B5DF}" dt="2025-09-26T07:56:32.296" v="888" actId="20577"/>
          <ac:spMkLst>
            <pc:docMk/>
            <pc:sldMk cId="3661524584" sldId="378"/>
            <ac:spMk id="2" creationId="{057622C0-B8EF-1858-F5E3-4AC3ED9647A9}"/>
          </ac:spMkLst>
        </pc:spChg>
        <pc:spChg chg="mod">
          <ac:chgData name="Olivier Choquet" userId="S::olivier.choquet@vinci.be::53f816d3-8107-4a93-b043-614abb2d31bd" providerId="AD" clId="Web-{5930B99B-694F-F97B-583F-6C0E2E31B5DF}" dt="2025-09-26T08:11:59.096" v="1091" actId="20577"/>
          <ac:spMkLst>
            <pc:docMk/>
            <pc:sldMk cId="3661524584" sldId="378"/>
            <ac:spMk id="3" creationId="{28F044BC-0E2C-84F5-8C8F-56FBDE95484D}"/>
          </ac:spMkLst>
        </pc:spChg>
      </pc:sldChg>
      <pc:sldChg chg="addSp delSp modSp new">
        <pc:chgData name="Olivier Choquet" userId="S::olivier.choquet@vinci.be::53f816d3-8107-4a93-b043-614abb2d31bd" providerId="AD" clId="Web-{5930B99B-694F-F97B-583F-6C0E2E31B5DF}" dt="2025-09-26T08:39:27.799" v="1452"/>
        <pc:sldMkLst>
          <pc:docMk/>
          <pc:sldMk cId="4180700946" sldId="379"/>
        </pc:sldMkLst>
        <pc:spChg chg="mod">
          <ac:chgData name="Olivier Choquet" userId="S::olivier.choquet@vinci.be::53f816d3-8107-4a93-b043-614abb2d31bd" providerId="AD" clId="Web-{5930B99B-694F-F97B-583F-6C0E2E31B5DF}" dt="2025-09-26T08:12:13.225" v="1102" actId="20577"/>
          <ac:spMkLst>
            <pc:docMk/>
            <pc:sldMk cId="4180700946" sldId="379"/>
            <ac:spMk id="2" creationId="{C344DA14-CA32-3983-6203-5E3A2CC0A982}"/>
          </ac:spMkLst>
        </pc:spChg>
        <pc:graphicFrameChg chg="add mod ord modGraphic">
          <ac:chgData name="Olivier Choquet" userId="S::olivier.choquet@vinci.be::53f816d3-8107-4a93-b043-614abb2d31bd" providerId="AD" clId="Web-{5930B99B-694F-F97B-583F-6C0E2E31B5DF}" dt="2025-09-26T08:39:27.799" v="1452"/>
          <ac:graphicFrameMkLst>
            <pc:docMk/>
            <pc:sldMk cId="4180700946" sldId="379"/>
            <ac:graphicFrameMk id="4" creationId="{FC9FFCEB-E650-4121-1674-059DF64FE1E3}"/>
          </ac:graphicFrameMkLst>
        </pc:graphicFrameChg>
      </pc:sldChg>
    </pc:docChg>
  </pc:docChgLst>
  <pc:docChgLst>
    <pc:chgData name="Olivier Choquet" userId="S::olivier.choquet@vinci.be::53f816d3-8107-4a93-b043-614abb2d31bd" providerId="AD" clId="Web-{713136D2-9C4F-6F10-5CB1-E140D32BC7EB}"/>
    <pc:docChg chg="addSld modSld">
      <pc:chgData name="Olivier Choquet" userId="S::olivier.choquet@vinci.be::53f816d3-8107-4a93-b043-614abb2d31bd" providerId="AD" clId="Web-{713136D2-9C4F-6F10-5CB1-E140D32BC7EB}" dt="2025-10-09T08:28:25.259" v="206" actId="20577"/>
      <pc:docMkLst>
        <pc:docMk/>
      </pc:docMkLst>
      <pc:sldChg chg="modSp">
        <pc:chgData name="Olivier Choquet" userId="S::olivier.choquet@vinci.be::53f816d3-8107-4a93-b043-614abb2d31bd" providerId="AD" clId="Web-{713136D2-9C4F-6F10-5CB1-E140D32BC7EB}" dt="2025-10-09T07:35:16.247" v="1" actId="20577"/>
        <pc:sldMkLst>
          <pc:docMk/>
          <pc:sldMk cId="2670081642" sldId="354"/>
        </pc:sldMkLst>
        <pc:spChg chg="mod">
          <ac:chgData name="Olivier Choquet" userId="S::olivier.choquet@vinci.be::53f816d3-8107-4a93-b043-614abb2d31bd" providerId="AD" clId="Web-{713136D2-9C4F-6F10-5CB1-E140D32BC7EB}" dt="2025-10-09T07:35:16.247" v="1" actId="20577"/>
          <ac:spMkLst>
            <pc:docMk/>
            <pc:sldMk cId="2670081642" sldId="354"/>
            <ac:spMk id="3" creationId="{F28CAF29-A0E9-8AF1-DC19-450346CE3B9C}"/>
          </ac:spMkLst>
        </pc:spChg>
      </pc:sldChg>
      <pc:sldChg chg="modSp">
        <pc:chgData name="Olivier Choquet" userId="S::olivier.choquet@vinci.be::53f816d3-8107-4a93-b043-614abb2d31bd" providerId="AD" clId="Web-{713136D2-9C4F-6F10-5CB1-E140D32BC7EB}" dt="2025-10-09T07:43:48.816" v="71"/>
        <pc:sldMkLst>
          <pc:docMk/>
          <pc:sldMk cId="4180700946" sldId="379"/>
        </pc:sldMkLst>
        <pc:graphicFrameChg chg="mod modGraphic">
          <ac:chgData name="Olivier Choquet" userId="S::olivier.choquet@vinci.be::53f816d3-8107-4a93-b043-614abb2d31bd" providerId="AD" clId="Web-{713136D2-9C4F-6F10-5CB1-E140D32BC7EB}" dt="2025-10-09T07:43:48.816" v="71"/>
          <ac:graphicFrameMkLst>
            <pc:docMk/>
            <pc:sldMk cId="4180700946" sldId="379"/>
            <ac:graphicFrameMk id="4" creationId="{FC9FFCEB-E650-4121-1674-059DF64FE1E3}"/>
          </ac:graphicFrameMkLst>
        </pc:graphicFrameChg>
      </pc:sldChg>
      <pc:sldChg chg="modSp new">
        <pc:chgData name="Olivier Choquet" userId="S::olivier.choquet@vinci.be::53f816d3-8107-4a93-b043-614abb2d31bd" providerId="AD" clId="Web-{713136D2-9C4F-6F10-5CB1-E140D32BC7EB}" dt="2025-10-09T08:28:25.259" v="206" actId="20577"/>
        <pc:sldMkLst>
          <pc:docMk/>
          <pc:sldMk cId="3275103741" sldId="380"/>
        </pc:sldMkLst>
        <pc:spChg chg="mod">
          <ac:chgData name="Olivier Choquet" userId="S::olivier.choquet@vinci.be::53f816d3-8107-4a93-b043-614abb2d31bd" providerId="AD" clId="Web-{713136D2-9C4F-6F10-5CB1-E140D32BC7EB}" dt="2025-10-09T08:01:54.249" v="87" actId="20577"/>
          <ac:spMkLst>
            <pc:docMk/>
            <pc:sldMk cId="3275103741" sldId="380"/>
            <ac:spMk id="2" creationId="{40EB8FD2-3F90-C5BF-ADEC-13EC158E45BD}"/>
          </ac:spMkLst>
        </pc:spChg>
        <pc:spChg chg="mod">
          <ac:chgData name="Olivier Choquet" userId="S::olivier.choquet@vinci.be::53f816d3-8107-4a93-b043-614abb2d31bd" providerId="AD" clId="Web-{713136D2-9C4F-6F10-5CB1-E140D32BC7EB}" dt="2025-10-09T08:28:25.259" v="206" actId="20577"/>
          <ac:spMkLst>
            <pc:docMk/>
            <pc:sldMk cId="3275103741" sldId="380"/>
            <ac:spMk id="3" creationId="{2CCF83A2-8535-F584-3ED1-0571CCB51268}"/>
          </ac:spMkLst>
        </pc:spChg>
      </pc:sldChg>
    </pc:docChg>
  </pc:docChgLst>
  <pc:docChgLst>
    <pc:chgData name="Olivier Choquet" userId="S::olivier.choquet@vinci.be::53f816d3-8107-4a93-b043-614abb2d31bd" providerId="AD" clId="Web-{718DD39C-F439-7B34-83E2-BC3A018E2873}"/>
    <pc:docChg chg="addSld modSld">
      <pc:chgData name="Olivier Choquet" userId="S::olivier.choquet@vinci.be::53f816d3-8107-4a93-b043-614abb2d31bd" providerId="AD" clId="Web-{718DD39C-F439-7B34-83E2-BC3A018E2873}" dt="2025-09-24T08:19:31.073" v="90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1DC25A-EE5F-4338-8921-E507240593DB}" type="datetimeFigureOut"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BAD6CE-0287-4787-8D8E-9F3F143BB01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04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Choix de la </a:t>
            </a:r>
            <a:r>
              <a:rPr lang="en-US" err="1">
                <a:ea typeface="Calibri"/>
                <a:cs typeface="Calibri"/>
              </a:rPr>
              <a:t>meilleure</a:t>
            </a:r>
            <a:r>
              <a:rPr lang="en-US">
                <a:ea typeface="Calibri"/>
                <a:cs typeface="Calibri"/>
              </a:rPr>
              <a:t> DB pour son service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BAD6CE-0287-4787-8D8E-9F3F143BB017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70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ACID : </a:t>
            </a:r>
            <a:r>
              <a:rPr lang="en-US" err="1">
                <a:ea typeface="Calibri"/>
                <a:cs typeface="Calibri"/>
              </a:rPr>
              <a:t>Atomicité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Cohérence</a:t>
            </a:r>
            <a:r>
              <a:rPr lang="en-US">
                <a:ea typeface="Calibri"/>
                <a:cs typeface="Calibri"/>
              </a:rPr>
              <a:t> Isolation </a:t>
            </a:r>
            <a:r>
              <a:rPr lang="en-US" err="1">
                <a:ea typeface="Calibri"/>
                <a:cs typeface="Calibri"/>
              </a:rPr>
              <a:t>Durabilité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BAD6CE-0287-4787-8D8E-9F3F143BB017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77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44458-A464-4762-C762-DAEAEAF93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66555-D43E-B448-A35B-C90D1C76F5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CCB59-FA60-EEFC-82B8-30394DF2F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ACID : </a:t>
            </a:r>
            <a:r>
              <a:rPr lang="en-US" err="1">
                <a:ea typeface="Calibri"/>
                <a:cs typeface="Calibri"/>
              </a:rPr>
              <a:t>Atomicité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Cohérence</a:t>
            </a:r>
            <a:r>
              <a:rPr lang="en-US">
                <a:ea typeface="Calibri"/>
                <a:cs typeface="Calibri"/>
              </a:rPr>
              <a:t> Isolation </a:t>
            </a:r>
            <a:r>
              <a:rPr lang="en-US" err="1">
                <a:ea typeface="Calibri"/>
                <a:cs typeface="Calibri"/>
              </a:rPr>
              <a:t>Durabilité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E1EC9-5E8C-BC91-DF3B-997394FFE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BAD6CE-0287-4787-8D8E-9F3F143BB017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14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Best effort le réseau 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BAD6CE-0287-4787-8D8E-9F3F143BB017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778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BDD194-EA6A-86AB-5C0A-AA073E99F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48FA9E-B542-A797-4065-5F8F1CE94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836F02-43B6-96C1-4583-D5D37717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617AD9-451E-E7E9-FF3F-36A50C1B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837580-1A55-B823-9F08-98B58C0A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6607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B6B9DA-2895-8DAB-7575-FD201E10A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89EF85-DD7F-CE82-9DA8-CB77ADDC4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D01BEC-F772-12BB-42F8-3EBF53E3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C5E836-084C-631F-777E-13A83CE10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7E9DB9-06B8-2E6A-A707-0022F9488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8947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2B4B67-9D80-58C2-833C-02BF1C66B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AC2C5B-CD7C-359F-5E20-90EB271FC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2062AD-CE40-ECBE-2461-0994109D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D91C24-750B-772B-39EB-AEE3BC9CF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593CF6-DEA0-54A3-3B0D-16DFD868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770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166CE9-D8AC-23AC-AB85-26F071E9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1A527B-45D4-FDBA-8A43-2ECF0043B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291D06-5D41-A286-35F6-7E5962AA6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C3FDB4F-5A52-B6D6-AFCB-23B0CCA48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9C4B8D-86B0-6D8E-5799-1DF9046F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345797-C532-3683-0F22-9C0C21F5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4279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0B10FA-7140-2A3F-F17D-1D8F55CB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FBEC60-B3E8-70A1-1920-E8E65B530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CF08F6-1E9E-7991-A7E4-BBBA4D19C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098D948-741B-2551-4395-03AA7CD96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30237D2-8F80-CFAF-989C-B873AC511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AE2C985-C329-B01A-EA6E-7ECDC0348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CB8720D-48B9-7113-5012-7F64AF82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CB2D759-968F-C3C6-332A-421C1DBC0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0531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0909FF-76F0-288B-EC6A-08369077E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084260B-9290-664A-39BE-1FF8DAB6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3B8D1B0-0211-0B30-25B2-2ECAEB7B2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E3CF8A-DED0-61B4-9477-6691CB22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912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0220C5D-59C1-F173-6A80-8466E3261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672C3F8-96D7-AC0F-493C-CF032DF83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FC3F02-C042-5FAF-3F8E-41A0754FD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837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933505-46DC-10BC-72D3-1D3FB4F87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1B0B73-F197-9E0C-F1BA-E28327D18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B5E27E2-EF15-C4DC-87AA-2C59806BB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4645E9-9E50-C375-B1CA-FDADC0EB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9AB4B8-BE69-12A4-352D-EB182E593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9B8AD6-D1DB-F85F-A953-B1E35D7F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046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22E2AB-2449-7EB0-5DB0-51AA5107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CDD0DB1-5B79-C179-CD88-24666CF7F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885001-8D2A-1E55-6125-046C217D7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2DC0E5-E406-FB5E-7305-06FF33CA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52FFBD0-B81E-CE89-E074-CA3C19852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79F1D4-45C0-72EF-AA62-F0166092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809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5CC69A-4A37-AD34-F416-9C1F0CDA4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1A1A407-50D8-29B0-6B7C-3F7A084F6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0DBD08-71D1-D86D-0D7C-C105368C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73B908-5B53-7827-C0C4-599125A66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7FF548-2FA6-E231-8CE0-D4F3B1E0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505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25DECE3-B4CC-42CC-F62E-0789E3301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DCD9F15-8723-AC1D-CBAE-42E77D420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97D50E-F3A1-FD48-FA20-24BDD23FF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3B96C1-F640-644F-B8D3-63C4BA94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2BE97C-C5D6-E732-0A24-D614B0627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27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A563CA-A6A1-A408-DEDB-BD16137F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929816-B7ED-5106-8A3D-B868532C6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D8E43-72A4-8637-96D7-209301290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0261B1-1036-E54A-1F0D-1269DA35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C35F02-B551-9B60-B538-24D184CCF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049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livierchoquet/saga-orchestation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EE6AC7-315F-49D3-AD4C-A25F1AA11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408" y="992094"/>
            <a:ext cx="3616913" cy="2795160"/>
          </a:xfrm>
        </p:spPr>
        <p:txBody>
          <a:bodyPr>
            <a:normAutofit/>
          </a:bodyPr>
          <a:lstStyle/>
          <a:p>
            <a:pPr algn="l"/>
            <a:r>
              <a:rPr lang="fr-BE" sz="4400"/>
              <a:t>BINV3140</a:t>
            </a:r>
            <a:br>
              <a:rPr lang="fr-BE" sz="4400"/>
            </a:br>
            <a:r>
              <a:rPr lang="fr-BE" sz="4400" err="1"/>
              <a:t>Microservices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AF42A25-0493-4E12-B65F-57D107A706D5}"/>
              </a:ext>
            </a:extLst>
          </p:cNvPr>
          <p:cNvSpPr txBox="1"/>
          <p:nvPr/>
        </p:nvSpPr>
        <p:spPr>
          <a:xfrm>
            <a:off x="773408" y="3787253"/>
            <a:ext cx="383669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BE" sz="2400"/>
              <a:t>Cours 5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7B9BDEE1-A208-4642-B50F-3B97DAAAF184}"/>
              </a:ext>
            </a:extLst>
          </p:cNvPr>
          <p:cNvSpPr txBox="1"/>
          <p:nvPr/>
        </p:nvSpPr>
        <p:spPr>
          <a:xfrm>
            <a:off x="773408" y="5325957"/>
            <a:ext cx="2115936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BE"/>
              <a:t>2025-2026</a:t>
            </a:r>
          </a:p>
          <a:p>
            <a:r>
              <a:rPr lang="fr-BE" err="1"/>
              <a:t>Strebelle</a:t>
            </a:r>
            <a:r>
              <a:rPr lang="fr-BE"/>
              <a:t> Sébastien</a:t>
            </a:r>
          </a:p>
          <a:p>
            <a:r>
              <a:rPr lang="fr-BE"/>
              <a:t>Tarik Miri</a:t>
            </a:r>
          </a:p>
          <a:p>
            <a:r>
              <a:rPr lang="fr-BE"/>
              <a:t>Choquet Olivier</a:t>
            </a:r>
          </a:p>
        </p:txBody>
      </p:sp>
    </p:spTree>
    <p:extLst>
      <p:ext uri="{BB962C8B-B14F-4D97-AF65-F5344CB8AC3E}">
        <p14:creationId xmlns:p14="http://schemas.microsoft.com/office/powerpoint/2010/main" val="2572945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C0C0-365C-6E1C-7F0C-FAA46CFA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Gestion des données -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8641E-B9DB-8631-CE32-5D98FD34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Données </a:t>
            </a:r>
            <a:r>
              <a:rPr lang="en-US" err="1"/>
              <a:t>éparpillées</a:t>
            </a:r>
            <a:endParaRPr lang="en-US"/>
          </a:p>
          <a:p>
            <a:pPr lvl="1"/>
            <a:r>
              <a:rPr lang="en-US"/>
              <a:t>Une DB par service</a:t>
            </a:r>
          </a:p>
          <a:p>
            <a:pPr lvl="1"/>
            <a:r>
              <a:rPr lang="en-US"/>
              <a:t>DB </a:t>
            </a:r>
            <a:r>
              <a:rPr lang="en-US" err="1"/>
              <a:t>polyglottes</a:t>
            </a:r>
            <a:r>
              <a:rPr lang="en-US"/>
              <a:t> (DB SQL, NOSQL, ...)</a:t>
            </a:r>
          </a:p>
          <a:p>
            <a:pPr lvl="1"/>
            <a:endParaRPr lang="en-US"/>
          </a:p>
          <a:p>
            <a:r>
              <a:rPr lang="en-US"/>
              <a:t>Comment assurer la </a:t>
            </a:r>
            <a:r>
              <a:rPr lang="en-US" err="1"/>
              <a:t>cohérence</a:t>
            </a:r>
            <a:r>
              <a:rPr lang="en-US"/>
              <a:t> de </a:t>
            </a:r>
            <a:r>
              <a:rPr lang="en-US" err="1"/>
              <a:t>ces</a:t>
            </a:r>
            <a:r>
              <a:rPr lang="en-US"/>
              <a:t> données ?</a:t>
            </a:r>
          </a:p>
          <a:p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00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4C7BE-760B-1F33-FEEE-EBBB8D01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Gestion des données -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88D1C-D78C-29E1-9D96-157838EAB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Avantages</a:t>
            </a:r>
            <a:r>
              <a:rPr lang="en-US"/>
              <a:t> du "database per service"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Indépendance</a:t>
            </a:r>
            <a:r>
              <a:rPr lang="en-US"/>
              <a:t> </a:t>
            </a:r>
            <a:r>
              <a:rPr lang="en-US" err="1"/>
              <a:t>technologique</a:t>
            </a:r>
            <a:r>
              <a:rPr lang="en-US"/>
              <a:t> (</a:t>
            </a:r>
            <a:r>
              <a:rPr lang="en-US" err="1"/>
              <a:t>une</a:t>
            </a:r>
            <a:r>
              <a:rPr lang="en-US"/>
              <a:t> DB MongoDB, </a:t>
            </a:r>
            <a:r>
              <a:rPr lang="en-US" err="1"/>
              <a:t>une</a:t>
            </a:r>
            <a:r>
              <a:rPr lang="en-US"/>
              <a:t> DB </a:t>
            </a:r>
            <a:r>
              <a:rPr lang="en-US" err="1"/>
              <a:t>PgSQL</a:t>
            </a:r>
            <a:r>
              <a:rPr lang="en-US"/>
              <a:t>, …)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Autonomie</a:t>
            </a:r>
            <a:r>
              <a:rPr lang="en-US"/>
              <a:t> de </a:t>
            </a:r>
            <a:r>
              <a:rPr lang="en-US" err="1"/>
              <a:t>développement</a:t>
            </a:r>
            <a:r>
              <a:rPr lang="en-US"/>
              <a:t> </a:t>
            </a:r>
          </a:p>
          <a:p>
            <a:pPr lvl="2"/>
            <a:r>
              <a:rPr lang="en-US" err="1"/>
              <a:t>Chaque</a:t>
            </a:r>
            <a:r>
              <a:rPr lang="en-US"/>
              <a:t> équipe </a:t>
            </a:r>
            <a:r>
              <a:rPr lang="en-US" err="1"/>
              <a:t>gère</a:t>
            </a:r>
            <a:r>
              <a:rPr lang="en-US"/>
              <a:t> son microservice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Scalabilité</a:t>
            </a:r>
            <a:endParaRPr lang="en-US"/>
          </a:p>
          <a:p>
            <a:pPr lvl="2"/>
            <a:r>
              <a:rPr lang="en-US" err="1"/>
              <a:t>Chaque</a:t>
            </a:r>
            <a:r>
              <a:rPr lang="en-US"/>
              <a:t> service </a:t>
            </a:r>
            <a:r>
              <a:rPr lang="en-US" err="1"/>
              <a:t>peut</a:t>
            </a:r>
            <a:r>
              <a:rPr lang="en-US"/>
              <a:t> </a:t>
            </a:r>
            <a:r>
              <a:rPr lang="en-US" err="1"/>
              <a:t>être</a:t>
            </a:r>
            <a:r>
              <a:rPr lang="en-US"/>
              <a:t> mis à </a:t>
            </a:r>
            <a:r>
              <a:rPr lang="en-US" err="1"/>
              <a:t>l'échelle</a:t>
            </a:r>
            <a:r>
              <a:rPr lang="en-US"/>
              <a:t> </a:t>
            </a:r>
            <a:r>
              <a:rPr lang="en-US" err="1"/>
              <a:t>individuellement</a:t>
            </a:r>
          </a:p>
          <a:p>
            <a:r>
              <a:rPr lang="en-US" err="1"/>
              <a:t>Inconvénients</a:t>
            </a:r>
            <a:r>
              <a:rPr lang="en-US"/>
              <a:t> du "database per service"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Comment assurer la </a:t>
            </a:r>
            <a:r>
              <a:rPr lang="en-US" err="1"/>
              <a:t>cohérence</a:t>
            </a:r>
            <a:r>
              <a:rPr lang="en-US"/>
              <a:t> des données 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2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314ED-44F7-F14A-D550-6A7C633B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Gestion des données - </a:t>
            </a:r>
            <a:r>
              <a:rPr lang="en-US" err="1"/>
              <a:t>cohérence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BD3E4-F455-F4BF-2CC9-DD12F6F87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Application </a:t>
            </a:r>
            <a:r>
              <a:rPr lang="en-US" err="1"/>
              <a:t>monolithique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frontend/backend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Cohérence</a:t>
            </a:r>
            <a:r>
              <a:rPr lang="en-US"/>
              <a:t> </a:t>
            </a:r>
            <a:r>
              <a:rPr lang="en-US" err="1"/>
              <a:t>gérée</a:t>
            </a:r>
            <a:r>
              <a:rPr lang="en-US"/>
              <a:t> par transactions ACID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Rappel ACID</a:t>
            </a:r>
          </a:p>
          <a:p>
            <a:pPr lvl="2"/>
            <a:r>
              <a:rPr lang="en-US" err="1"/>
              <a:t>Atomicité</a:t>
            </a:r>
            <a:r>
              <a:rPr lang="en-US"/>
              <a:t> : transaction unique et indivisible</a:t>
            </a:r>
          </a:p>
          <a:p>
            <a:pPr lvl="2"/>
            <a:r>
              <a:rPr lang="en-US" err="1"/>
              <a:t>Cohérence</a:t>
            </a:r>
            <a:r>
              <a:rPr lang="en-US"/>
              <a:t> : état </a:t>
            </a:r>
            <a:r>
              <a:rPr lang="en-US" err="1"/>
              <a:t>valide</a:t>
            </a:r>
            <a:r>
              <a:rPr lang="en-US"/>
              <a:t> (on passe d'un état à un </a:t>
            </a:r>
            <a:r>
              <a:rPr lang="en-US" err="1"/>
              <a:t>autre</a:t>
            </a:r>
            <a:r>
              <a:rPr lang="en-US"/>
              <a:t> </a:t>
            </a:r>
            <a:r>
              <a:rPr lang="en-US" err="1"/>
              <a:t>suivant</a:t>
            </a:r>
            <a:r>
              <a:rPr lang="en-US"/>
              <a:t> </a:t>
            </a:r>
            <a:r>
              <a:rPr lang="en-US" err="1"/>
              <a:t>règles</a:t>
            </a:r>
            <a:r>
              <a:rPr lang="en-US"/>
              <a:t>)</a:t>
            </a:r>
          </a:p>
          <a:p>
            <a:pPr lvl="2"/>
            <a:r>
              <a:rPr lang="en-US"/>
              <a:t>Isolation : pas </a:t>
            </a:r>
            <a:r>
              <a:rPr lang="en-US" err="1"/>
              <a:t>d'interférence</a:t>
            </a:r>
            <a:r>
              <a:rPr lang="en-US"/>
              <a:t> entre transactions</a:t>
            </a:r>
          </a:p>
          <a:p>
            <a:pPr lvl="2"/>
            <a:r>
              <a:rPr lang="en-US" err="1"/>
              <a:t>Durabilité</a:t>
            </a:r>
            <a:r>
              <a:rPr lang="en-US"/>
              <a:t> : modifications </a:t>
            </a:r>
            <a:r>
              <a:rPr lang="en-US" err="1"/>
              <a:t>sont</a:t>
            </a:r>
            <a:r>
              <a:rPr lang="en-US"/>
              <a:t> </a:t>
            </a:r>
            <a:r>
              <a:rPr lang="en-US" err="1"/>
              <a:t>permanentes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08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8F837-DC9E-0320-05AD-1A7FAC425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B6BBF-F877-408F-5AC5-7871D137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Gestion des données - </a:t>
            </a:r>
            <a:r>
              <a:rPr lang="en-US" err="1"/>
              <a:t>cohérence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7511F-94CF-0F63-F86F-57AF955CF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Application microservices</a:t>
            </a:r>
            <a:endParaRPr lang="fr-FR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Transactions </a:t>
            </a:r>
            <a:r>
              <a:rPr lang="en-US" err="1"/>
              <a:t>distribuées</a:t>
            </a:r>
            <a:r>
              <a:rPr lang="en-US"/>
              <a:t> ….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Différentes </a:t>
            </a:r>
            <a:r>
              <a:rPr lang="en-US" err="1"/>
              <a:t>approches</a:t>
            </a:r>
            <a:r>
              <a:rPr lang="en-US"/>
              <a:t> pour </a:t>
            </a:r>
            <a:r>
              <a:rPr lang="en-US" err="1"/>
              <a:t>éviter</a:t>
            </a:r>
            <a:r>
              <a:rPr lang="en-US"/>
              <a:t> les transactions </a:t>
            </a:r>
            <a:r>
              <a:rPr lang="en-US" err="1"/>
              <a:t>distribuées</a:t>
            </a:r>
            <a:r>
              <a:rPr lang="en-US"/>
              <a:t> complexes</a:t>
            </a:r>
          </a:p>
          <a:p>
            <a:pPr lvl="2"/>
            <a:r>
              <a:rPr lang="en-US" b="1" err="1"/>
              <a:t>Cohérence</a:t>
            </a:r>
            <a:r>
              <a:rPr lang="en-US" b="1"/>
              <a:t> forte</a:t>
            </a:r>
          </a:p>
          <a:p>
            <a:pPr lvl="2"/>
            <a:r>
              <a:rPr lang="en-US" b="1" err="1"/>
              <a:t>Cohérence</a:t>
            </a:r>
            <a:r>
              <a:rPr lang="en-US" b="1"/>
              <a:t> </a:t>
            </a:r>
            <a:r>
              <a:rPr lang="en-US" b="1" err="1"/>
              <a:t>éventuelle</a:t>
            </a:r>
            <a:endParaRPr lang="en-US" b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72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71E1-54A6-F326-129A-993F13889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087"/>
            <a:ext cx="10515600" cy="1325563"/>
          </a:xfrm>
        </p:spPr>
        <p:txBody>
          <a:bodyPr/>
          <a:lstStyle/>
          <a:p>
            <a:r>
              <a:rPr lang="en-US"/>
              <a:t>Gestion des données - </a:t>
            </a:r>
            <a:r>
              <a:rPr lang="en-US" err="1"/>
              <a:t>cohérence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787A5-7DD5-561C-BE1E-CC6CCAD88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532"/>
            <a:ext cx="10515600" cy="54008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Cohérence</a:t>
            </a:r>
            <a:r>
              <a:rPr lang="en-US"/>
              <a:t> forte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Principe : </a:t>
            </a:r>
            <a:r>
              <a:rPr lang="en-US" b="1"/>
              <a:t>Le client </a:t>
            </a:r>
            <a:r>
              <a:rPr lang="en-US" b="1" err="1"/>
              <a:t>est</a:t>
            </a:r>
            <a:r>
              <a:rPr lang="en-US" b="1"/>
              <a:t> </a:t>
            </a:r>
            <a:r>
              <a:rPr lang="en-US" b="1" err="1"/>
              <a:t>garanti</a:t>
            </a:r>
            <a:r>
              <a:rPr lang="en-US" b="1"/>
              <a:t> de lire la </a:t>
            </a:r>
            <a:r>
              <a:rPr lang="en-US" b="1" err="1"/>
              <a:t>dernière</a:t>
            </a:r>
            <a:r>
              <a:rPr lang="en-US" b="1"/>
              <a:t> </a:t>
            </a:r>
            <a:r>
              <a:rPr lang="en-US" b="1" err="1"/>
              <a:t>valeur</a:t>
            </a:r>
            <a:r>
              <a:rPr lang="en-US" b="1"/>
              <a:t> </a:t>
            </a:r>
            <a:r>
              <a:rPr lang="en-US" b="1" err="1"/>
              <a:t>écrite</a:t>
            </a:r>
            <a:r>
              <a:rPr lang="en-US"/>
              <a:t>.</a:t>
            </a:r>
          </a:p>
          <a:p>
            <a:pPr lvl="1">
              <a:spcBef>
                <a:spcPts val="1000"/>
              </a:spcBef>
              <a:buFont typeface="Courier New" panose="020B0604020202020204" pitchFamily="34" charset="0"/>
              <a:buChar char="o"/>
            </a:pPr>
            <a:r>
              <a:rPr lang="en-US" err="1"/>
              <a:t>Mécanisme</a:t>
            </a:r>
            <a:r>
              <a:rPr lang="en-US"/>
              <a:t> : </a:t>
            </a:r>
            <a:r>
              <a:rPr lang="en-US" b="1"/>
              <a:t>Appels </a:t>
            </a:r>
            <a:r>
              <a:rPr lang="en-US" b="1" err="1"/>
              <a:t>synchrones</a:t>
            </a:r>
            <a:r>
              <a:rPr lang="en-US" b="1"/>
              <a:t> entre service</a:t>
            </a:r>
            <a:r>
              <a:rPr lang="en-US"/>
              <a:t>s (ex : via </a:t>
            </a:r>
            <a:r>
              <a:rPr lang="en-US" err="1"/>
              <a:t>une</a:t>
            </a:r>
            <a:r>
              <a:rPr lang="en-US"/>
              <a:t> API REST).</a:t>
            </a:r>
          </a:p>
          <a:p>
            <a:pPr lvl="1">
              <a:spcBef>
                <a:spcPts val="1000"/>
              </a:spcBef>
              <a:buFont typeface="Courier New" panose="020B0604020202020204" pitchFamily="34" charset="0"/>
              <a:buChar char="o"/>
            </a:pPr>
            <a:r>
              <a:rPr lang="en-US" err="1"/>
              <a:t>Exemple</a:t>
            </a:r>
            <a:r>
              <a:rPr lang="en-US"/>
              <a:t> : Le Service </a:t>
            </a:r>
            <a:r>
              <a:rPr lang="en-US" err="1"/>
              <a:t>Commande</a:t>
            </a:r>
            <a:r>
              <a:rPr lang="en-US"/>
              <a:t> doit </a:t>
            </a:r>
            <a:r>
              <a:rPr lang="en-US" err="1"/>
              <a:t>appeler</a:t>
            </a:r>
            <a:r>
              <a:rPr lang="en-US"/>
              <a:t> le Service Produit pour </a:t>
            </a:r>
            <a:r>
              <a:rPr lang="en-US" err="1"/>
              <a:t>vérifier</a:t>
            </a:r>
            <a:r>
              <a:rPr lang="en-US"/>
              <a:t> le stock </a:t>
            </a:r>
            <a:r>
              <a:rPr lang="en-US" err="1"/>
              <a:t>avant</a:t>
            </a:r>
            <a:r>
              <a:rPr lang="en-US"/>
              <a:t> de </a:t>
            </a:r>
            <a:r>
              <a:rPr lang="en-US" err="1"/>
              <a:t>valider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commande</a:t>
            </a:r>
            <a:r>
              <a:rPr lang="en-US"/>
              <a:t>.</a:t>
            </a:r>
          </a:p>
          <a:p>
            <a:pPr marL="457200" lvl="1" indent="0">
              <a:buNone/>
            </a:pPr>
            <a:endParaRPr lang="en-US"/>
          </a:p>
          <a:p>
            <a:pPr>
              <a:lnSpc>
                <a:spcPct val="80000"/>
              </a:lnSpc>
            </a:pPr>
            <a:r>
              <a:rPr lang="en-US" err="1"/>
              <a:t>Cohérence</a:t>
            </a:r>
            <a:r>
              <a:rPr lang="en-US"/>
              <a:t> </a:t>
            </a:r>
            <a:r>
              <a:rPr lang="en-US" err="1"/>
              <a:t>éventuelle</a:t>
            </a:r>
            <a:endParaRPr lang="en-US"/>
          </a:p>
          <a:p>
            <a:pPr lvl="1">
              <a:lnSpc>
                <a:spcPct val="80000"/>
              </a:lnSpc>
              <a:buFont typeface="Courier New" panose="020B0604020202020204" pitchFamily="34" charset="0"/>
              <a:buChar char="o"/>
            </a:pPr>
            <a:r>
              <a:rPr lang="en-US"/>
              <a:t>Principe : </a:t>
            </a:r>
            <a:r>
              <a:rPr lang="en-US" b="1"/>
              <a:t>Les données ne </a:t>
            </a:r>
            <a:r>
              <a:rPr lang="en-US" b="1" err="1"/>
              <a:t>sont</a:t>
            </a:r>
            <a:r>
              <a:rPr lang="en-US" b="1"/>
              <a:t> pas </a:t>
            </a:r>
            <a:r>
              <a:rPr lang="en-US" b="1" err="1"/>
              <a:t>toujours</a:t>
            </a:r>
            <a:r>
              <a:rPr lang="en-US" b="1"/>
              <a:t> </a:t>
            </a:r>
            <a:r>
              <a:rPr lang="en-US" b="1" err="1"/>
              <a:t>synchronisées</a:t>
            </a:r>
            <a:r>
              <a:rPr lang="en-US" b="1"/>
              <a:t> </a:t>
            </a:r>
            <a:r>
              <a:rPr lang="en-US" b="1" err="1"/>
              <a:t>immédiatement</a:t>
            </a:r>
            <a:r>
              <a:rPr lang="en-US" b="1"/>
              <a:t>, </a:t>
            </a:r>
            <a:r>
              <a:rPr lang="en-US" b="1" err="1"/>
              <a:t>mais</a:t>
            </a:r>
            <a:r>
              <a:rPr lang="en-US" b="1"/>
              <a:t> le </a:t>
            </a:r>
            <a:r>
              <a:rPr lang="en-US" b="1" err="1"/>
              <a:t>seront</a:t>
            </a:r>
            <a:r>
              <a:rPr lang="en-US" b="1"/>
              <a:t> à </a:t>
            </a:r>
            <a:r>
              <a:rPr lang="en-US" b="1" err="1"/>
              <a:t>terme</a:t>
            </a:r>
            <a:r>
              <a:rPr lang="en-US" b="1"/>
              <a:t>.</a:t>
            </a:r>
          </a:p>
          <a:p>
            <a:pPr lvl="1">
              <a:lnSpc>
                <a:spcPct val="80000"/>
              </a:lnSpc>
              <a:buFont typeface="Courier New" panose="020B0604020202020204" pitchFamily="34" charset="0"/>
              <a:buChar char="o"/>
            </a:pPr>
            <a:r>
              <a:rPr lang="en-US" err="1"/>
              <a:t>Mécanisme</a:t>
            </a:r>
            <a:r>
              <a:rPr lang="en-US"/>
              <a:t> : </a:t>
            </a:r>
            <a:r>
              <a:rPr lang="en-US" b="1"/>
              <a:t>Communication </a:t>
            </a:r>
            <a:r>
              <a:rPr lang="en-US" b="1" err="1"/>
              <a:t>asynchrone</a:t>
            </a:r>
            <a:r>
              <a:rPr lang="en-US"/>
              <a:t> via un bus </a:t>
            </a:r>
            <a:r>
              <a:rPr lang="en-US" err="1"/>
              <a:t>d'événements</a:t>
            </a:r>
            <a:r>
              <a:rPr lang="en-US"/>
              <a:t> (ex : Kafka, RabbitMQ).</a:t>
            </a:r>
          </a:p>
          <a:p>
            <a:pPr lvl="1">
              <a:lnSpc>
                <a:spcPct val="80000"/>
              </a:lnSpc>
              <a:buFont typeface="Courier New" panose="020B0604020202020204" pitchFamily="34" charset="0"/>
              <a:buChar char="o"/>
            </a:pPr>
            <a:r>
              <a:rPr lang="en-US" err="1"/>
              <a:t>Exemple</a:t>
            </a:r>
            <a:r>
              <a:rPr lang="en-US"/>
              <a:t> : Le Service Produit met à jour un prix, </a:t>
            </a:r>
            <a:r>
              <a:rPr lang="en-US" err="1"/>
              <a:t>publie</a:t>
            </a:r>
            <a:r>
              <a:rPr lang="en-US"/>
              <a:t> un </a:t>
            </a:r>
            <a:r>
              <a:rPr lang="en-US" err="1"/>
              <a:t>événement</a:t>
            </a:r>
            <a:r>
              <a:rPr lang="en-US"/>
              <a:t> "</a:t>
            </a:r>
            <a:r>
              <a:rPr lang="en-US" err="1"/>
              <a:t>PrixMiseAJour</a:t>
            </a:r>
            <a:r>
              <a:rPr lang="en-US"/>
              <a:t>". Le Service de Recherche, qui </a:t>
            </a:r>
            <a:r>
              <a:rPr lang="en-US" err="1"/>
              <a:t>écoute</a:t>
            </a:r>
            <a:r>
              <a:rPr lang="en-US"/>
              <a:t> </a:t>
            </a:r>
            <a:r>
              <a:rPr lang="en-US" err="1"/>
              <a:t>cet</a:t>
            </a:r>
            <a:r>
              <a:rPr lang="en-US"/>
              <a:t> </a:t>
            </a:r>
            <a:r>
              <a:rPr lang="en-US" err="1"/>
              <a:t>événement</a:t>
            </a:r>
            <a:r>
              <a:rPr lang="en-US"/>
              <a:t>, met à jour son propre index.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24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324AC-5E65-559E-D044-0CDBF55D2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Gestion des données : </a:t>
            </a:r>
            <a:r>
              <a:rPr lang="en-US" err="1"/>
              <a:t>Théorème</a:t>
            </a:r>
            <a:r>
              <a:rPr lang="en-US"/>
              <a:t> 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CAF29-A0E9-8AF1-DC19-450346CE3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456"/>
            <a:ext cx="10515600" cy="462450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latin typeface="Times New Roman"/>
                <a:cs typeface="Times New Roman"/>
              </a:rPr>
              <a:t>C(</a:t>
            </a:r>
            <a:r>
              <a:rPr lang="en-US" dirty="0" err="1">
                <a:latin typeface="Times New Roman"/>
                <a:cs typeface="Times New Roman"/>
              </a:rPr>
              <a:t>onsistency</a:t>
            </a:r>
            <a:r>
              <a:rPr lang="en-US" dirty="0">
                <a:latin typeface="Times New Roman"/>
                <a:cs typeface="Times New Roman"/>
              </a:rPr>
              <a:t>) </a:t>
            </a:r>
            <a:endParaRPr lang="en-US" dirty="0"/>
          </a:p>
          <a:p>
            <a:pPr lvl="1"/>
            <a:r>
              <a:rPr lang="en-US" dirty="0" err="1">
                <a:latin typeface="Times New Roman"/>
                <a:cs typeface="Times New Roman"/>
              </a:rPr>
              <a:t>Toutes</a:t>
            </a:r>
            <a:r>
              <a:rPr lang="en-US" dirty="0">
                <a:latin typeface="Times New Roman"/>
                <a:cs typeface="Times New Roman"/>
              </a:rPr>
              <a:t> les données </a:t>
            </a:r>
            <a:r>
              <a:rPr lang="en-US" dirty="0" err="1">
                <a:latin typeface="Times New Roman"/>
                <a:cs typeface="Times New Roman"/>
              </a:rPr>
              <a:t>sont</a:t>
            </a: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dirty="0" err="1">
                <a:latin typeface="Times New Roman"/>
                <a:cs typeface="Times New Roman"/>
              </a:rPr>
              <a:t>synchronisées</a:t>
            </a:r>
            <a:r>
              <a:rPr lang="en-US" dirty="0">
                <a:latin typeface="Times New Roman"/>
                <a:cs typeface="Times New Roman"/>
              </a:rPr>
              <a:t> </a:t>
            </a:r>
            <a:endParaRPr lang="en-US" dirty="0"/>
          </a:p>
          <a:p>
            <a:r>
              <a:rPr lang="en-US" dirty="0">
                <a:latin typeface="Times New Roman"/>
                <a:cs typeface="Times New Roman"/>
              </a:rPr>
              <a:t>A(</a:t>
            </a:r>
            <a:r>
              <a:rPr lang="en-US" dirty="0" err="1">
                <a:latin typeface="Times New Roman"/>
                <a:cs typeface="Times New Roman"/>
              </a:rPr>
              <a:t>vailability</a:t>
            </a:r>
            <a:r>
              <a:rPr lang="en-US" dirty="0">
                <a:latin typeface="Times New Roman"/>
                <a:cs typeface="Times New Roman"/>
              </a:rPr>
              <a:t>)</a:t>
            </a:r>
          </a:p>
          <a:p>
            <a:pPr lvl="1"/>
            <a:r>
              <a:rPr lang="en-US" dirty="0">
                <a:latin typeface="Times New Roman"/>
                <a:cs typeface="Times New Roman"/>
              </a:rPr>
              <a:t>Le </a:t>
            </a:r>
            <a:r>
              <a:rPr lang="en-US" dirty="0" err="1">
                <a:latin typeface="Times New Roman"/>
                <a:cs typeface="Times New Roman"/>
              </a:rPr>
              <a:t>système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répond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toujours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P(</a:t>
            </a:r>
            <a:r>
              <a:rPr lang="en-US" dirty="0" err="1">
                <a:latin typeface="Times New Roman"/>
                <a:cs typeface="Times New Roman"/>
              </a:rPr>
              <a:t>artition</a:t>
            </a:r>
            <a:r>
              <a:rPr lang="en-US" dirty="0">
                <a:latin typeface="Times New Roman"/>
                <a:cs typeface="Times New Roman"/>
              </a:rPr>
              <a:t> Tolerance)</a:t>
            </a:r>
          </a:p>
          <a:p>
            <a:pPr lvl="1"/>
            <a:r>
              <a:rPr lang="en-US" dirty="0">
                <a:latin typeface="Times New Roman"/>
                <a:cs typeface="Times New Roman"/>
              </a:rPr>
              <a:t>Le </a:t>
            </a:r>
            <a:r>
              <a:rPr lang="en-US" dirty="0" err="1">
                <a:latin typeface="Times New Roman"/>
                <a:cs typeface="Times New Roman"/>
              </a:rPr>
              <a:t>système</a:t>
            </a:r>
            <a:r>
              <a:rPr lang="en-US" dirty="0">
                <a:latin typeface="Times New Roman"/>
                <a:cs typeface="Times New Roman"/>
              </a:rPr>
              <a:t> continue malgré des </a:t>
            </a:r>
            <a:r>
              <a:rPr lang="en-US" dirty="0" err="1">
                <a:latin typeface="Times New Roman"/>
                <a:cs typeface="Times New Roman"/>
              </a:rPr>
              <a:t>coupures</a:t>
            </a:r>
            <a:r>
              <a:rPr lang="en-US" dirty="0">
                <a:latin typeface="Times New Roman"/>
                <a:cs typeface="Times New Roman"/>
              </a:rPr>
              <a:t> réseaux</a:t>
            </a:r>
          </a:p>
          <a:p>
            <a:pPr lvl="1"/>
            <a:endParaRPr lang="en-US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Dans </a:t>
            </a:r>
            <a:r>
              <a:rPr lang="en-US" dirty="0" err="1">
                <a:latin typeface="Times New Roman"/>
                <a:cs typeface="Times New Roman"/>
              </a:rPr>
              <a:t>une</a:t>
            </a:r>
            <a:r>
              <a:rPr lang="en-US" dirty="0">
                <a:latin typeface="Times New Roman"/>
                <a:cs typeface="Times New Roman"/>
              </a:rPr>
              <a:t> architecture microservice (</a:t>
            </a:r>
            <a:r>
              <a:rPr lang="en-US" dirty="0" err="1">
                <a:latin typeface="Times New Roman"/>
                <a:cs typeface="Times New Roman"/>
              </a:rPr>
              <a:t>utilisant</a:t>
            </a:r>
            <a:r>
              <a:rPr lang="en-US" dirty="0">
                <a:latin typeface="Times New Roman"/>
                <a:cs typeface="Times New Roman"/>
              </a:rPr>
              <a:t> le réseau), la </a:t>
            </a:r>
            <a:r>
              <a:rPr lang="en-US" dirty="0" err="1">
                <a:latin typeface="Times New Roman"/>
                <a:cs typeface="Times New Roman"/>
              </a:rPr>
              <a:t>tolérance</a:t>
            </a:r>
            <a:r>
              <a:rPr lang="en-US" dirty="0">
                <a:latin typeface="Times New Roman"/>
                <a:cs typeface="Times New Roman"/>
              </a:rPr>
              <a:t> au </a:t>
            </a:r>
            <a:r>
              <a:rPr lang="en-US" dirty="0" err="1">
                <a:latin typeface="Times New Roman"/>
                <a:cs typeface="Times New Roman"/>
              </a:rPr>
              <a:t>partitionnement</a:t>
            </a:r>
            <a:r>
              <a:rPr lang="en-US" dirty="0">
                <a:latin typeface="Times New Roman"/>
                <a:cs typeface="Times New Roman"/>
              </a:rPr>
              <a:t> est indispensable</a:t>
            </a:r>
          </a:p>
          <a:p>
            <a:pPr lvl="1"/>
            <a:r>
              <a:rPr lang="en-US" dirty="0">
                <a:latin typeface="Times New Roman"/>
                <a:cs typeface="Times New Roman"/>
              </a:rPr>
              <a:t>IP Best Effort</a:t>
            </a:r>
          </a:p>
          <a:p>
            <a:r>
              <a:rPr lang="en-US" b="1" dirty="0">
                <a:latin typeface="Times New Roman"/>
                <a:cs typeface="Times New Roman"/>
              </a:rPr>
              <a:t>Le choix </a:t>
            </a:r>
            <a:r>
              <a:rPr lang="en-US" b="1" dirty="0" err="1">
                <a:latin typeface="Times New Roman"/>
                <a:cs typeface="Times New Roman"/>
              </a:rPr>
              <a:t>va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b="1" dirty="0" err="1">
                <a:latin typeface="Times New Roman"/>
                <a:cs typeface="Times New Roman"/>
              </a:rPr>
              <a:t>donc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b="1" dirty="0" err="1">
                <a:latin typeface="Times New Roman"/>
                <a:cs typeface="Times New Roman"/>
              </a:rPr>
              <a:t>s'opérer</a:t>
            </a:r>
            <a:r>
              <a:rPr lang="en-US" b="1" dirty="0">
                <a:latin typeface="Times New Roman"/>
                <a:cs typeface="Times New Roman"/>
              </a:rPr>
              <a:t> pour </a:t>
            </a:r>
            <a:r>
              <a:rPr lang="en-US" b="1" dirty="0" err="1">
                <a:latin typeface="Times New Roman"/>
                <a:cs typeface="Times New Roman"/>
              </a:rPr>
              <a:t>chaque</a:t>
            </a:r>
            <a:r>
              <a:rPr lang="en-US" b="1" dirty="0">
                <a:latin typeface="Times New Roman"/>
                <a:cs typeface="Times New Roman"/>
              </a:rPr>
              <a:t> entre la </a:t>
            </a:r>
            <a:r>
              <a:rPr lang="en-US" b="1" dirty="0" err="1">
                <a:latin typeface="Times New Roman"/>
                <a:cs typeface="Times New Roman"/>
              </a:rPr>
              <a:t>Cohérence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b="1" dirty="0" err="1">
                <a:latin typeface="Times New Roman"/>
                <a:cs typeface="Times New Roman"/>
              </a:rPr>
              <a:t>ou</a:t>
            </a:r>
            <a:r>
              <a:rPr lang="en-US" b="1" dirty="0">
                <a:latin typeface="Times New Roman"/>
                <a:cs typeface="Times New Roman"/>
              </a:rPr>
              <a:t> la </a:t>
            </a:r>
            <a:r>
              <a:rPr lang="en-US" b="1" dirty="0" err="1">
                <a:latin typeface="Times New Roman"/>
                <a:cs typeface="Times New Roman"/>
              </a:rPr>
              <a:t>Disponibilité</a:t>
            </a:r>
            <a:r>
              <a:rPr lang="en-US" b="1" dirty="0">
                <a:latin typeface="Times New Roman"/>
                <a:cs typeface="Times New Roman"/>
              </a:rPr>
              <a:t> ! </a:t>
            </a:r>
          </a:p>
          <a:p>
            <a:pPr lvl="1"/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pPr>
              <a:lnSpc>
                <a:spcPct val="70000"/>
              </a:lnSpc>
            </a:pPr>
            <a:endParaRPr lang="en-US">
              <a:cs typeface="Times New Roman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081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20A87-7E84-0CD7-E1A3-5B7B675EE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Gestion des données : </a:t>
            </a:r>
            <a:r>
              <a:rPr lang="en-US" err="1"/>
              <a:t>Théorème</a:t>
            </a:r>
            <a:r>
              <a:rPr lang="en-US"/>
              <a:t> 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19851-9FCA-5D84-0D1A-6B13FE4AF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Choix CP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Cohérence</a:t>
            </a:r>
            <a:r>
              <a:rPr lang="en-US"/>
              <a:t> forte.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Le </a:t>
            </a:r>
            <a:r>
              <a:rPr lang="en-US" err="1"/>
              <a:t>système</a:t>
            </a:r>
            <a:r>
              <a:rPr lang="en-US"/>
              <a:t> </a:t>
            </a:r>
            <a:r>
              <a:rPr lang="en-US" err="1"/>
              <a:t>peut</a:t>
            </a:r>
            <a:r>
              <a:rPr lang="en-US"/>
              <a:t> </a:t>
            </a:r>
            <a:r>
              <a:rPr lang="en-US" err="1"/>
              <a:t>devenir</a:t>
            </a:r>
            <a:r>
              <a:rPr lang="en-US"/>
              <a:t> </a:t>
            </a:r>
            <a:r>
              <a:rPr lang="en-US" err="1"/>
              <a:t>indisponible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cas</a:t>
            </a:r>
            <a:r>
              <a:rPr lang="en-US"/>
              <a:t> de partition pour </a:t>
            </a:r>
            <a:r>
              <a:rPr lang="en-US" err="1"/>
              <a:t>garantir</a:t>
            </a:r>
            <a:r>
              <a:rPr lang="en-US"/>
              <a:t> que les données </a:t>
            </a:r>
            <a:r>
              <a:rPr lang="en-US" err="1"/>
              <a:t>restent</a:t>
            </a:r>
            <a:r>
              <a:rPr lang="en-US"/>
              <a:t> </a:t>
            </a:r>
            <a:r>
              <a:rPr lang="en-US" err="1"/>
              <a:t>exactes</a:t>
            </a:r>
            <a:r>
              <a:rPr lang="en-US"/>
              <a:t>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Ex : le microservice de stock</a:t>
            </a:r>
          </a:p>
          <a:p>
            <a:r>
              <a:rPr lang="en-US" b="1"/>
              <a:t>Choix AP</a:t>
            </a:r>
            <a:r>
              <a:rPr lang="en-US"/>
              <a:t> 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Cohérence</a:t>
            </a:r>
            <a:r>
              <a:rPr lang="en-US"/>
              <a:t> </a:t>
            </a:r>
            <a:r>
              <a:rPr lang="en-US" err="1"/>
              <a:t>éventuelle</a:t>
            </a:r>
            <a:r>
              <a:rPr lang="en-US"/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 Le </a:t>
            </a:r>
            <a:r>
              <a:rPr lang="en-US" err="1"/>
              <a:t>système</a:t>
            </a:r>
            <a:r>
              <a:rPr lang="en-US"/>
              <a:t> </a:t>
            </a:r>
            <a:r>
              <a:rPr lang="en-US" err="1"/>
              <a:t>reste</a:t>
            </a:r>
            <a:r>
              <a:rPr lang="en-US"/>
              <a:t> </a:t>
            </a:r>
            <a:r>
              <a:rPr lang="en-US" err="1"/>
              <a:t>opérationnel</a:t>
            </a:r>
            <a:r>
              <a:rPr lang="en-US"/>
              <a:t>, </a:t>
            </a:r>
            <a:r>
              <a:rPr lang="en-US" err="1"/>
              <a:t>mais</a:t>
            </a:r>
            <a:r>
              <a:rPr lang="en-US"/>
              <a:t> les données </a:t>
            </a:r>
            <a:r>
              <a:rPr lang="en-US" err="1"/>
              <a:t>peuvent</a:t>
            </a:r>
            <a:r>
              <a:rPr lang="en-US"/>
              <a:t> </a:t>
            </a:r>
            <a:r>
              <a:rPr lang="en-US" err="1"/>
              <a:t>être</a:t>
            </a:r>
            <a:r>
              <a:rPr lang="en-US"/>
              <a:t> </a:t>
            </a:r>
            <a:r>
              <a:rPr lang="en-US" err="1"/>
              <a:t>temporairement</a:t>
            </a:r>
            <a:r>
              <a:rPr lang="en-US"/>
              <a:t> </a:t>
            </a:r>
            <a:r>
              <a:rPr lang="en-US" err="1"/>
              <a:t>incohérentes</a:t>
            </a:r>
            <a:r>
              <a:rPr lang="en-US"/>
              <a:t>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Ex : le microservice de recherche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08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2D25C-8B00-81BD-53B9-674C36018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E757F-42A7-65E4-C0C4-BDE5B1EEF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Gestion des données : dans la pratique 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208B0-79E0-2BCA-99E1-32F1BFE19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Dans </a:t>
            </a:r>
            <a:r>
              <a:rPr lang="en-US" err="1">
                <a:ea typeface="+mn-lt"/>
                <a:cs typeface="+mn-lt"/>
              </a:rPr>
              <a:t>une</a:t>
            </a:r>
            <a:r>
              <a:rPr lang="en-US">
                <a:ea typeface="+mn-lt"/>
                <a:cs typeface="+mn-lt"/>
              </a:rPr>
              <a:t> architecture microservices :</a:t>
            </a:r>
            <a:endParaRPr lang="en-US"/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On </a:t>
            </a:r>
            <a:r>
              <a:rPr lang="en-US" b="1" err="1">
                <a:ea typeface="+mn-lt"/>
                <a:cs typeface="+mn-lt"/>
              </a:rPr>
              <a:t>accepte</a:t>
            </a:r>
            <a:r>
              <a:rPr lang="en-US" b="1">
                <a:ea typeface="+mn-lt"/>
                <a:cs typeface="+mn-lt"/>
              </a:rPr>
              <a:t> la </a:t>
            </a:r>
            <a:r>
              <a:rPr lang="en-US" b="1" err="1">
                <a:ea typeface="+mn-lt"/>
                <a:cs typeface="+mn-lt"/>
              </a:rPr>
              <a:t>tolérance</a:t>
            </a:r>
            <a:r>
              <a:rPr lang="en-US" b="1">
                <a:ea typeface="+mn-lt"/>
                <a:cs typeface="+mn-lt"/>
              </a:rPr>
              <a:t> aux partitions (P)</a:t>
            </a:r>
            <a:r>
              <a:rPr lang="en-US">
                <a:ea typeface="+mn-lt"/>
                <a:cs typeface="+mn-lt"/>
              </a:rPr>
              <a:t> par </a:t>
            </a:r>
            <a:r>
              <a:rPr lang="en-US" err="1">
                <a:ea typeface="+mn-lt"/>
                <a:cs typeface="+mn-lt"/>
              </a:rPr>
              <a:t>défaut</a:t>
            </a:r>
            <a:r>
              <a:rPr lang="en-US">
                <a:ea typeface="+mn-lt"/>
                <a:cs typeface="+mn-lt"/>
              </a:rPr>
              <a:t> (réseau </a:t>
            </a:r>
            <a:r>
              <a:rPr lang="en-US" err="1">
                <a:ea typeface="+mn-lt"/>
                <a:cs typeface="+mn-lt"/>
              </a:rPr>
              <a:t>distribué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On </a:t>
            </a:r>
            <a:r>
              <a:rPr lang="en-US" b="1">
                <a:ea typeface="+mn-lt"/>
                <a:cs typeface="+mn-lt"/>
              </a:rPr>
              <a:t>doit </a:t>
            </a:r>
            <a:r>
              <a:rPr lang="en-US" b="1" err="1">
                <a:ea typeface="+mn-lt"/>
                <a:cs typeface="+mn-lt"/>
              </a:rPr>
              <a:t>effectuer</a:t>
            </a:r>
            <a:r>
              <a:rPr lang="en-US" b="1">
                <a:ea typeface="+mn-lt"/>
                <a:cs typeface="+mn-lt"/>
              </a:rPr>
              <a:t> un choix entre la </a:t>
            </a:r>
            <a:r>
              <a:rPr lang="en-US" b="1" err="1">
                <a:ea typeface="+mn-lt"/>
                <a:cs typeface="+mn-lt"/>
              </a:rPr>
              <a:t>cohérence</a:t>
            </a:r>
            <a:r>
              <a:rPr lang="en-US" b="1">
                <a:ea typeface="+mn-lt"/>
                <a:cs typeface="+mn-lt"/>
              </a:rPr>
              <a:t> (C) </a:t>
            </a:r>
            <a:r>
              <a:rPr lang="en-US" b="1" err="1">
                <a:ea typeface="+mn-lt"/>
                <a:cs typeface="+mn-lt"/>
              </a:rPr>
              <a:t>ou</a:t>
            </a:r>
            <a:r>
              <a:rPr lang="en-US" b="1">
                <a:ea typeface="+mn-lt"/>
                <a:cs typeface="+mn-lt"/>
              </a:rPr>
              <a:t> la </a:t>
            </a:r>
            <a:r>
              <a:rPr lang="en-US" b="1" err="1">
                <a:ea typeface="+mn-lt"/>
                <a:cs typeface="+mn-lt"/>
              </a:rPr>
              <a:t>disponibilité</a:t>
            </a:r>
            <a:r>
              <a:rPr lang="en-US" b="1">
                <a:ea typeface="+mn-lt"/>
                <a:cs typeface="+mn-lt"/>
              </a:rPr>
              <a:t> (A)</a:t>
            </a:r>
            <a:endParaRPr lang="en-US" b="1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22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BD6A6-52E0-091E-BB81-9B5259953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94995-BF0F-606B-D4B5-F0BC5EFF1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Gestion des données : solutions </a:t>
            </a:r>
            <a:r>
              <a:rPr lang="en-US" err="1"/>
              <a:t>architecturales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1A35E-3D7F-C35F-DD82-403AF941D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Sagas </a:t>
            </a:r>
            <a:r>
              <a:rPr lang="en-US" b="1" err="1">
                <a:ea typeface="+mn-lt"/>
                <a:cs typeface="+mn-lt"/>
              </a:rPr>
              <a:t>distribuées</a:t>
            </a:r>
            <a:r>
              <a:rPr lang="en-US">
                <a:ea typeface="+mn-lt"/>
                <a:cs typeface="+mn-lt"/>
              </a:rPr>
              <a:t> : </a:t>
            </a:r>
            <a:r>
              <a:rPr lang="en-US" err="1">
                <a:ea typeface="+mn-lt"/>
                <a:cs typeface="+mn-lt"/>
              </a:rPr>
              <a:t>orchestrer</a:t>
            </a:r>
            <a:r>
              <a:rPr lang="en-US">
                <a:ea typeface="+mn-lt"/>
                <a:cs typeface="+mn-lt"/>
              </a:rPr>
              <a:t> des transactions longues avec compensation.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Event sourcing</a:t>
            </a:r>
            <a:r>
              <a:rPr lang="en-US">
                <a:ea typeface="+mn-lt"/>
                <a:cs typeface="+mn-lt"/>
              </a:rPr>
              <a:t> : stocker les </a:t>
            </a:r>
            <a:r>
              <a:rPr lang="en-US" err="1">
                <a:ea typeface="+mn-lt"/>
                <a:cs typeface="+mn-lt"/>
              </a:rPr>
              <a:t>événements</a:t>
            </a:r>
            <a:r>
              <a:rPr lang="en-US">
                <a:ea typeface="+mn-lt"/>
                <a:cs typeface="+mn-lt"/>
              </a:rPr>
              <a:t> pour </a:t>
            </a:r>
            <a:r>
              <a:rPr lang="en-US" err="1">
                <a:ea typeface="+mn-lt"/>
                <a:cs typeface="+mn-lt"/>
              </a:rPr>
              <a:t>reconstruire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l’état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CQRS</a:t>
            </a:r>
            <a:r>
              <a:rPr lang="en-US">
                <a:ea typeface="+mn-lt"/>
                <a:cs typeface="+mn-lt"/>
              </a:rPr>
              <a:t> : </a:t>
            </a:r>
            <a:r>
              <a:rPr lang="en-US" err="1">
                <a:ea typeface="+mn-lt"/>
                <a:cs typeface="+mn-lt"/>
              </a:rPr>
              <a:t>séparer</a:t>
            </a:r>
            <a:r>
              <a:rPr lang="en-US">
                <a:ea typeface="+mn-lt"/>
                <a:cs typeface="+mn-lt"/>
              </a:rPr>
              <a:t> les lectures et </a:t>
            </a:r>
            <a:r>
              <a:rPr lang="en-US" err="1">
                <a:ea typeface="+mn-lt"/>
                <a:cs typeface="+mn-lt"/>
              </a:rPr>
              <a:t>écritures</a:t>
            </a:r>
            <a:r>
              <a:rPr lang="en-US">
                <a:ea typeface="+mn-lt"/>
                <a:cs typeface="+mn-lt"/>
              </a:rPr>
              <a:t> pour </a:t>
            </a:r>
            <a:r>
              <a:rPr lang="en-US" err="1">
                <a:ea typeface="+mn-lt"/>
                <a:cs typeface="+mn-lt"/>
              </a:rPr>
              <a:t>optimiser</a:t>
            </a:r>
            <a:r>
              <a:rPr lang="en-US">
                <a:ea typeface="+mn-lt"/>
                <a:cs typeface="+mn-lt"/>
              </a:rPr>
              <a:t> la </a:t>
            </a:r>
            <a:r>
              <a:rPr lang="en-US" err="1">
                <a:ea typeface="+mn-lt"/>
                <a:cs typeface="+mn-lt"/>
              </a:rPr>
              <a:t>cohérence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Timeouts &amp; retries </a:t>
            </a:r>
            <a:r>
              <a:rPr lang="en-US" b="1" err="1">
                <a:ea typeface="+mn-lt"/>
                <a:cs typeface="+mn-lt"/>
              </a:rPr>
              <a:t>intelligents</a:t>
            </a:r>
            <a:r>
              <a:rPr lang="en-US">
                <a:ea typeface="+mn-lt"/>
                <a:cs typeface="+mn-lt"/>
              </a:rPr>
              <a:t> : </a:t>
            </a:r>
            <a:r>
              <a:rPr lang="en-US" err="1">
                <a:ea typeface="+mn-lt"/>
                <a:cs typeface="+mn-lt"/>
              </a:rPr>
              <a:t>gérer</a:t>
            </a:r>
            <a:r>
              <a:rPr lang="en-US">
                <a:ea typeface="+mn-lt"/>
                <a:cs typeface="+mn-lt"/>
              </a:rPr>
              <a:t> les </a:t>
            </a:r>
            <a:r>
              <a:rPr lang="en-US" err="1">
                <a:ea typeface="+mn-lt"/>
                <a:cs typeface="+mn-lt"/>
              </a:rPr>
              <a:t>échecs</a:t>
            </a:r>
            <a:r>
              <a:rPr lang="en-US">
                <a:ea typeface="+mn-lt"/>
                <a:cs typeface="+mn-lt"/>
              </a:rPr>
              <a:t> de communication.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File </a:t>
            </a:r>
            <a:r>
              <a:rPr lang="en-US" b="1" err="1">
                <a:ea typeface="+mn-lt"/>
                <a:cs typeface="+mn-lt"/>
              </a:rPr>
              <a:t>d’attente</a:t>
            </a:r>
            <a:r>
              <a:rPr lang="en-US" b="1">
                <a:ea typeface="+mn-lt"/>
                <a:cs typeface="+mn-lt"/>
              </a:rPr>
              <a:t> (ex. Kafka, RabbitMQ, ...)</a:t>
            </a:r>
            <a:r>
              <a:rPr lang="en-US">
                <a:ea typeface="+mn-lt"/>
                <a:cs typeface="+mn-lt"/>
              </a:rPr>
              <a:t> : </a:t>
            </a:r>
            <a:r>
              <a:rPr lang="en-US" err="1">
                <a:ea typeface="+mn-lt"/>
                <a:cs typeface="+mn-lt"/>
              </a:rPr>
              <a:t>garantir</a:t>
            </a:r>
            <a:r>
              <a:rPr lang="en-US">
                <a:ea typeface="+mn-lt"/>
                <a:cs typeface="+mn-lt"/>
              </a:rPr>
              <a:t> la livraison des </a:t>
            </a:r>
            <a:r>
              <a:rPr lang="en-US" err="1">
                <a:ea typeface="+mn-lt"/>
                <a:cs typeface="+mn-lt"/>
              </a:rPr>
              <a:t>événements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457200" indent="-457200"/>
            <a:endParaRPr lang="en-US"/>
          </a:p>
          <a:p>
            <a:pPr marL="457200" indent="-457200"/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091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1A9C9-0012-8D3F-0AC8-597844F99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Gestion des données : Pattern SAGA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1E61A-50B5-08D9-9FDB-F2C8A1E95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/>
              <a:t>Si je </a:t>
            </a:r>
            <a:r>
              <a:rPr lang="en-US" b="1" err="1"/>
              <a:t>veux</a:t>
            </a:r>
            <a:r>
              <a:rPr lang="en-US" b="1"/>
              <a:t> de la </a:t>
            </a:r>
            <a:r>
              <a:rPr lang="en-US" b="1" err="1"/>
              <a:t>cohérence</a:t>
            </a:r>
            <a:r>
              <a:rPr lang="en-US" b="1"/>
              <a:t> forte ...</a:t>
            </a:r>
          </a:p>
          <a:p>
            <a:r>
              <a:rPr lang="en-US" sz="2600" err="1"/>
              <a:t>Utilisation</a:t>
            </a:r>
            <a:r>
              <a:rPr lang="en-US" sz="2600"/>
              <a:t> du pattern </a:t>
            </a:r>
            <a:r>
              <a:rPr lang="en-US" sz="2600" b="1"/>
              <a:t>SAGA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permet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b="1" err="1"/>
              <a:t>cohérence</a:t>
            </a:r>
            <a:r>
              <a:rPr lang="en-US" b="1"/>
              <a:t>  </a:t>
            </a:r>
            <a:r>
              <a:rPr lang="en-US" b="1" err="1"/>
              <a:t>éventuelle</a:t>
            </a:r>
            <a:r>
              <a:rPr lang="en-US"/>
              <a:t> via des </a:t>
            </a:r>
            <a:r>
              <a:rPr lang="en-US" b="1"/>
              <a:t>transactions locales</a:t>
            </a:r>
            <a:r>
              <a:rPr lang="en-US"/>
              <a:t> et des </a:t>
            </a:r>
            <a:r>
              <a:rPr lang="en-US" b="1"/>
              <a:t>compensations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évite</a:t>
            </a:r>
            <a:r>
              <a:rPr lang="en-US"/>
              <a:t> les </a:t>
            </a:r>
            <a:r>
              <a:rPr lang="en-US" b="1" err="1"/>
              <a:t>verrous</a:t>
            </a:r>
            <a:r>
              <a:rPr lang="en-US" b="1"/>
              <a:t> </a:t>
            </a:r>
            <a:r>
              <a:rPr lang="en-US" b="1" err="1"/>
              <a:t>distribués</a:t>
            </a:r>
            <a:r>
              <a:rPr lang="en-US"/>
              <a:t> et les </a:t>
            </a:r>
            <a:r>
              <a:rPr lang="en-US" b="1"/>
              <a:t>transactions </a:t>
            </a:r>
            <a:r>
              <a:rPr lang="en-US" b="1" err="1"/>
              <a:t>globales</a:t>
            </a:r>
            <a:r>
              <a:rPr lang="en-US" b="1"/>
              <a:t> </a:t>
            </a:r>
            <a:r>
              <a:rPr lang="en-US" b="1" err="1"/>
              <a:t>bloquantes</a:t>
            </a:r>
          </a:p>
          <a:p>
            <a:r>
              <a:rPr lang="en-US" b="1" err="1"/>
              <a:t>Fonctionnement</a:t>
            </a:r>
            <a:r>
              <a:rPr lang="en-US" b="1"/>
              <a:t> de SAGA </a:t>
            </a:r>
            <a:endParaRPr lang="en-US" sz="2400" b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n-lt"/>
                <a:cs typeface="+mn-lt"/>
              </a:rPr>
              <a:t>Chaque</a:t>
            </a:r>
            <a:r>
              <a:rPr lang="en-US">
                <a:ea typeface="+mn-lt"/>
                <a:cs typeface="+mn-lt"/>
              </a:rPr>
              <a:t> microservice </a:t>
            </a:r>
            <a:r>
              <a:rPr lang="en-US" err="1">
                <a:ea typeface="+mn-lt"/>
                <a:cs typeface="+mn-lt"/>
              </a:rPr>
              <a:t>exécute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une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transaction locale</a:t>
            </a:r>
            <a:r>
              <a:rPr lang="en-US">
                <a:ea typeface="+mn-lt"/>
                <a:cs typeface="+mn-lt"/>
              </a:rPr>
              <a:t> et </a:t>
            </a:r>
            <a:r>
              <a:rPr lang="en-US" err="1">
                <a:ea typeface="+mn-lt"/>
                <a:cs typeface="+mn-lt"/>
              </a:rPr>
              <a:t>publie</a:t>
            </a:r>
            <a:r>
              <a:rPr lang="en-US">
                <a:ea typeface="+mn-lt"/>
                <a:cs typeface="+mn-lt"/>
              </a:rPr>
              <a:t> un </a:t>
            </a:r>
            <a:r>
              <a:rPr lang="en-US" b="1" err="1">
                <a:ea typeface="+mn-lt"/>
                <a:cs typeface="+mn-lt"/>
              </a:rPr>
              <a:t>événement</a:t>
            </a:r>
            <a:r>
              <a:rPr lang="en-US">
                <a:ea typeface="+mn-lt"/>
                <a:cs typeface="+mn-lt"/>
              </a:rPr>
              <a:t>.</a:t>
            </a:r>
            <a:endParaRPr lang="en-US" b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Si </a:t>
            </a:r>
            <a:r>
              <a:rPr lang="en-US" err="1">
                <a:ea typeface="+mn-lt"/>
                <a:cs typeface="+mn-lt"/>
              </a:rPr>
              <a:t>une</a:t>
            </a:r>
            <a:r>
              <a:rPr lang="en-US">
                <a:ea typeface="+mn-lt"/>
                <a:cs typeface="+mn-lt"/>
              </a:rPr>
              <a:t> étape </a:t>
            </a:r>
            <a:r>
              <a:rPr lang="en-US" err="1">
                <a:ea typeface="+mn-lt"/>
                <a:cs typeface="+mn-lt"/>
              </a:rPr>
              <a:t>échoue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une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série</a:t>
            </a:r>
            <a:r>
              <a:rPr lang="en-US" b="1">
                <a:ea typeface="+mn-lt"/>
                <a:cs typeface="+mn-lt"/>
              </a:rPr>
              <a:t> de compensations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déclenchée</a:t>
            </a:r>
            <a:r>
              <a:rPr lang="en-US">
                <a:ea typeface="+mn-lt"/>
                <a:cs typeface="+mn-lt"/>
              </a:rPr>
              <a:t> pour </a:t>
            </a:r>
            <a:r>
              <a:rPr lang="en-US" err="1">
                <a:ea typeface="+mn-lt"/>
                <a:cs typeface="+mn-lt"/>
              </a:rPr>
              <a:t>annuler</a:t>
            </a:r>
            <a:r>
              <a:rPr lang="en-US">
                <a:ea typeface="+mn-lt"/>
                <a:cs typeface="+mn-lt"/>
              </a:rPr>
              <a:t> les </a:t>
            </a:r>
            <a:r>
              <a:rPr lang="en-US" err="1">
                <a:ea typeface="+mn-lt"/>
                <a:cs typeface="+mn-lt"/>
              </a:rPr>
              <a:t>effets</a:t>
            </a:r>
            <a:r>
              <a:rPr lang="en-US">
                <a:ea typeface="+mn-lt"/>
                <a:cs typeface="+mn-lt"/>
              </a:rPr>
              <a:t> des étapes </a:t>
            </a:r>
            <a:r>
              <a:rPr lang="en-US" err="1">
                <a:ea typeface="+mn-lt"/>
                <a:cs typeface="+mn-lt"/>
              </a:rPr>
              <a:t>précédentes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 b="1"/>
          </a:p>
          <a:p>
            <a:pPr marL="457200" lvl="1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997708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9D0D6-ECEC-183F-8417-6988AB25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Gestion des données : Pattern SAGA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47509-A586-917D-008E-5DBE7A977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SAGA </a:t>
            </a:r>
            <a:r>
              <a:rPr lang="en-US" b="1" err="1"/>
              <a:t>favorise</a:t>
            </a:r>
            <a:r>
              <a:rPr lang="en-US" b="1"/>
              <a:t> la </a:t>
            </a:r>
            <a:r>
              <a:rPr lang="en-US" b="1" err="1"/>
              <a:t>disponibilité</a:t>
            </a:r>
            <a:endParaRPr lang="en-US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En </a:t>
            </a:r>
            <a:r>
              <a:rPr lang="en-US" err="1">
                <a:ea typeface="+mn-lt"/>
                <a:cs typeface="+mn-lt"/>
              </a:rPr>
              <a:t>cas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d’échec</a:t>
            </a:r>
            <a:r>
              <a:rPr lang="en-US">
                <a:ea typeface="+mn-lt"/>
                <a:cs typeface="+mn-lt"/>
              </a:rPr>
              <a:t> d’un service, les </a:t>
            </a:r>
            <a:r>
              <a:rPr lang="en-US" err="1">
                <a:ea typeface="+mn-lt"/>
                <a:cs typeface="+mn-lt"/>
              </a:rPr>
              <a:t>autres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peuvent</a:t>
            </a:r>
            <a:r>
              <a:rPr lang="en-US">
                <a:ea typeface="+mn-lt"/>
                <a:cs typeface="+mn-lt"/>
              </a:rPr>
              <a:t> continuer à </a:t>
            </a:r>
            <a:r>
              <a:rPr lang="en-US" err="1">
                <a:ea typeface="+mn-lt"/>
                <a:cs typeface="+mn-lt"/>
              </a:rPr>
              <a:t>fonctionner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Les </a:t>
            </a:r>
            <a:r>
              <a:rPr lang="en-US" err="1">
                <a:ea typeface="+mn-lt"/>
                <a:cs typeface="+mn-lt"/>
              </a:rPr>
              <a:t>erreurs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sont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gérées</a:t>
            </a:r>
            <a:r>
              <a:rPr lang="en-US">
                <a:ea typeface="+mn-lt"/>
                <a:cs typeface="+mn-lt"/>
              </a:rPr>
              <a:t> de manière </a:t>
            </a:r>
            <a:r>
              <a:rPr lang="en-US" b="1" err="1">
                <a:ea typeface="+mn-lt"/>
                <a:cs typeface="+mn-lt"/>
              </a:rPr>
              <a:t>asynchrone</a:t>
            </a:r>
            <a:r>
              <a:rPr lang="en-US">
                <a:ea typeface="+mn-lt"/>
                <a:cs typeface="+mn-lt"/>
              </a:rPr>
              <a:t> via des </a:t>
            </a:r>
            <a:r>
              <a:rPr lang="en-US" b="1">
                <a:ea typeface="+mn-lt"/>
                <a:cs typeface="+mn-lt"/>
              </a:rPr>
              <a:t>transactions </a:t>
            </a:r>
            <a:r>
              <a:rPr lang="en-US" b="1" err="1">
                <a:ea typeface="+mn-lt"/>
                <a:cs typeface="+mn-lt"/>
              </a:rPr>
              <a:t>compensatoires</a:t>
            </a:r>
            <a:endParaRPr lang="en-US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Cela </a:t>
            </a:r>
            <a:r>
              <a:rPr lang="en-US" err="1">
                <a:ea typeface="+mn-lt"/>
                <a:cs typeface="+mn-lt"/>
              </a:rPr>
              <a:t>respecte</a:t>
            </a:r>
            <a:r>
              <a:rPr lang="en-US">
                <a:ea typeface="+mn-lt"/>
                <a:cs typeface="+mn-lt"/>
              </a:rPr>
              <a:t> le </a:t>
            </a:r>
            <a:r>
              <a:rPr lang="en-US" err="1">
                <a:ea typeface="+mn-lt"/>
                <a:cs typeface="+mn-lt"/>
              </a:rPr>
              <a:t>principe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A + P</a:t>
            </a:r>
            <a:r>
              <a:rPr lang="en-US">
                <a:ea typeface="+mn-lt"/>
                <a:cs typeface="+mn-lt"/>
              </a:rPr>
              <a:t> du CAP</a:t>
            </a:r>
          </a:p>
          <a:p>
            <a:r>
              <a:rPr lang="en-US" b="1" err="1">
                <a:ea typeface="+mn-lt"/>
                <a:cs typeface="+mn-lt"/>
              </a:rPr>
              <a:t>Cohérence</a:t>
            </a:r>
            <a:r>
              <a:rPr lang="en-US" b="1">
                <a:ea typeface="+mn-lt"/>
                <a:cs typeface="+mn-lt"/>
              </a:rPr>
              <a:t> métier </a:t>
            </a:r>
            <a:r>
              <a:rPr lang="en-US" b="1" err="1">
                <a:ea typeface="+mn-lt"/>
                <a:cs typeface="+mn-lt"/>
              </a:rPr>
              <a:t>conservée</a:t>
            </a:r>
            <a:endParaRPr lang="en-US" b="1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pas de ACID global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cohérence</a:t>
            </a:r>
            <a:r>
              <a:rPr lang="en-US"/>
              <a:t> métier</a:t>
            </a:r>
            <a:endParaRPr lang="en-US" sz="2800"/>
          </a:p>
          <a:p>
            <a:r>
              <a:rPr lang="en-US" err="1"/>
              <a:t>Exemple</a:t>
            </a:r>
            <a:r>
              <a:rPr lang="en-US"/>
              <a:t> : </a:t>
            </a:r>
            <a:r>
              <a:rPr lang="en-US" err="1"/>
              <a:t>si</a:t>
            </a:r>
            <a:r>
              <a:rPr lang="en-US"/>
              <a:t> le </a:t>
            </a:r>
            <a:r>
              <a:rPr lang="en-US" err="1"/>
              <a:t>paiement</a:t>
            </a:r>
            <a:r>
              <a:rPr lang="en-US"/>
              <a:t> </a:t>
            </a:r>
            <a:r>
              <a:rPr lang="en-US" err="1"/>
              <a:t>échoue</a:t>
            </a:r>
            <a:r>
              <a:rPr lang="en-US"/>
              <a:t>, la </a:t>
            </a:r>
            <a:r>
              <a:rPr lang="en-US" err="1"/>
              <a:t>commande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annulée</a:t>
            </a:r>
            <a:r>
              <a:rPr lang="en-US"/>
              <a:t> → </a:t>
            </a:r>
            <a:r>
              <a:rPr lang="en-US" err="1"/>
              <a:t>logique</a:t>
            </a:r>
            <a:r>
              <a:rPr lang="en-US"/>
              <a:t> métier </a:t>
            </a:r>
            <a:r>
              <a:rPr lang="en-US" err="1"/>
              <a:t>respectée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8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494A-8BD4-9191-BEEB-4A0D593B5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Gestion des données : Pattern SAGA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E2DB1-6BFE-4E0F-ECCF-D0269B3A0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Orchestration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Un service central (</a:t>
            </a:r>
            <a:r>
              <a:rPr lang="en-US" err="1">
                <a:ea typeface="+mn-lt"/>
                <a:cs typeface="+mn-lt"/>
              </a:rPr>
              <a:t>orchestrateur</a:t>
            </a:r>
            <a:r>
              <a:rPr lang="en-US">
                <a:ea typeface="+mn-lt"/>
                <a:cs typeface="+mn-lt"/>
              </a:rPr>
              <a:t>) </a:t>
            </a:r>
            <a:r>
              <a:rPr lang="en-US" err="1">
                <a:ea typeface="+mn-lt"/>
                <a:cs typeface="+mn-lt"/>
              </a:rPr>
              <a:t>pilote</a:t>
            </a:r>
            <a:r>
              <a:rPr lang="en-US">
                <a:ea typeface="+mn-lt"/>
                <a:cs typeface="+mn-lt"/>
              </a:rPr>
              <a:t> le </a:t>
            </a:r>
            <a:r>
              <a:rPr lang="en-US" err="1">
                <a:ea typeface="+mn-lt"/>
                <a:cs typeface="+mn-lt"/>
              </a:rPr>
              <a:t>déroulement</a:t>
            </a:r>
            <a:r>
              <a:rPr lang="en-US">
                <a:ea typeface="+mn-lt"/>
                <a:cs typeface="+mn-lt"/>
              </a:rPr>
              <a:t> de la saga.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Plus facile à </a:t>
            </a:r>
            <a:r>
              <a:rPr lang="en-US" err="1">
                <a:ea typeface="+mn-lt"/>
                <a:cs typeface="+mn-lt"/>
              </a:rPr>
              <a:t>gérer</a:t>
            </a:r>
            <a:r>
              <a:rPr lang="en-US">
                <a:ea typeface="+mn-lt"/>
                <a:cs typeface="+mn-lt"/>
              </a:rPr>
              <a:t> et à tracer.</a:t>
            </a:r>
            <a:endParaRPr lang="en-US"/>
          </a:p>
          <a:p>
            <a:endParaRPr lang="en-US"/>
          </a:p>
          <a:p>
            <a:r>
              <a:rPr lang="en-US" err="1"/>
              <a:t>Chorégraphie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Les services </a:t>
            </a:r>
            <a:r>
              <a:rPr lang="en-US" err="1"/>
              <a:t>réagissent</a:t>
            </a:r>
            <a:r>
              <a:rPr lang="en-US"/>
              <a:t> aux </a:t>
            </a:r>
            <a:r>
              <a:rPr lang="en-US" err="1"/>
              <a:t>événements</a:t>
            </a:r>
            <a:r>
              <a:rPr lang="en-US"/>
              <a:t> sans coordination centrale.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Plus simple, </a:t>
            </a:r>
            <a:r>
              <a:rPr lang="en-US" err="1"/>
              <a:t>mais</a:t>
            </a:r>
            <a:r>
              <a:rPr lang="en-US"/>
              <a:t> difficile à </a:t>
            </a:r>
            <a:r>
              <a:rPr lang="en-US" err="1"/>
              <a:t>suivre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209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759BF8-1565-BBEF-C8AF-8E03BDD0C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Gestion des données : Event </a:t>
            </a:r>
            <a:r>
              <a:rPr lang="fr-FR" err="1"/>
              <a:t>sourcing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5B3331-5507-319F-E476-25D3513B5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b="1">
                <a:ea typeface="+mn-lt"/>
                <a:cs typeface="+mn-lt"/>
              </a:rPr>
              <a:t>Event </a:t>
            </a:r>
            <a:r>
              <a:rPr lang="fr-FR" b="1" err="1">
                <a:ea typeface="+mn-lt"/>
                <a:cs typeface="+mn-lt"/>
              </a:rPr>
              <a:t>Sourcing</a:t>
            </a:r>
            <a:r>
              <a:rPr lang="fr-FR">
                <a:ea typeface="+mn-lt"/>
                <a:cs typeface="+mn-lt"/>
              </a:rPr>
              <a:t> est une approche où </a:t>
            </a:r>
            <a:r>
              <a:rPr lang="fr-FR" b="1">
                <a:ea typeface="+mn-lt"/>
                <a:cs typeface="+mn-lt"/>
              </a:rPr>
              <a:t>l’état d’un système</a:t>
            </a:r>
            <a:r>
              <a:rPr lang="fr-FR">
                <a:ea typeface="+mn-lt"/>
                <a:cs typeface="+mn-lt"/>
              </a:rPr>
              <a:t> n’est pas stocké directement sous forme d’entités ou d’objets, mais est </a:t>
            </a:r>
            <a:r>
              <a:rPr lang="fr-FR" b="1">
                <a:ea typeface="+mn-lt"/>
                <a:cs typeface="+mn-lt"/>
              </a:rPr>
              <a:t>reconstruit à partir d’une séquence d’événements</a:t>
            </a:r>
            <a:r>
              <a:rPr lang="fr-FR">
                <a:ea typeface="+mn-lt"/>
                <a:cs typeface="+mn-lt"/>
              </a:rPr>
              <a:t>.</a:t>
            </a:r>
            <a:endParaRPr lang="fr-FR"/>
          </a:p>
          <a:p>
            <a:pPr marL="0" indent="0">
              <a:buNone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7520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E5D9E-075E-8E77-AD77-9D9F0FBD8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3DA8BD-6F9E-D808-0664-A03349766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Gestion des données : Event </a:t>
            </a:r>
            <a:r>
              <a:rPr lang="fr-FR" err="1"/>
              <a:t>sourcing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297246-728D-3A06-16A4-C4EC08652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fr-FR"/>
              <a:t>Ex:  Compte bancaire</a:t>
            </a:r>
          </a:p>
          <a:p>
            <a:r>
              <a:rPr lang="fr-FR">
                <a:ea typeface="+mn-lt"/>
                <a:cs typeface="+mn-lt"/>
              </a:rPr>
              <a:t>Au lieu de stocker directement le solde du compte, on enregistre chaque </a:t>
            </a:r>
            <a:r>
              <a:rPr lang="fr-FR" b="1">
                <a:ea typeface="+mn-lt"/>
                <a:cs typeface="+mn-lt"/>
              </a:rPr>
              <a:t>événement financier</a:t>
            </a:r>
            <a:r>
              <a:rPr lang="fr-FR">
                <a:ea typeface="+mn-lt"/>
                <a:cs typeface="+mn-lt"/>
              </a:rPr>
              <a:t> lié au compte. </a:t>
            </a:r>
            <a:endParaRPr lang="fr-FR"/>
          </a:p>
          <a:p>
            <a:r>
              <a:rPr lang="fr-FR">
                <a:ea typeface="+mn-lt"/>
                <a:cs typeface="+mn-lt"/>
              </a:rPr>
              <a:t>Le solde est </a:t>
            </a:r>
            <a:r>
              <a:rPr lang="fr-FR" b="1">
                <a:ea typeface="+mn-lt"/>
                <a:cs typeface="+mn-lt"/>
              </a:rPr>
              <a:t>calculé dynamiquement</a:t>
            </a:r>
            <a:r>
              <a:rPr lang="fr-FR">
                <a:ea typeface="+mn-lt"/>
                <a:cs typeface="+mn-lt"/>
              </a:rPr>
              <a:t> en rejouant tous les événements.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[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  { "type": "</a:t>
            </a:r>
            <a:r>
              <a:rPr lang="fr-FR" err="1">
                <a:ea typeface="+mn-lt"/>
                <a:cs typeface="+mn-lt"/>
              </a:rPr>
              <a:t>CompteOuvert</a:t>
            </a:r>
            <a:r>
              <a:rPr lang="fr-FR">
                <a:ea typeface="+mn-lt"/>
                <a:cs typeface="+mn-lt"/>
              </a:rPr>
              <a:t>", "date": "2025-01-01", "</a:t>
            </a:r>
            <a:r>
              <a:rPr lang="fr-FR" err="1">
                <a:ea typeface="+mn-lt"/>
                <a:cs typeface="+mn-lt"/>
              </a:rPr>
              <a:t>montantInitial</a:t>
            </a:r>
            <a:r>
              <a:rPr lang="fr-FR">
                <a:ea typeface="+mn-lt"/>
                <a:cs typeface="+mn-lt"/>
              </a:rPr>
              <a:t>": 1000 },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  { "type": "</a:t>
            </a:r>
            <a:r>
              <a:rPr lang="fr-FR" err="1">
                <a:ea typeface="+mn-lt"/>
                <a:cs typeface="+mn-lt"/>
              </a:rPr>
              <a:t>DepotEffectue</a:t>
            </a:r>
            <a:r>
              <a:rPr lang="fr-FR">
                <a:ea typeface="+mn-lt"/>
                <a:cs typeface="+mn-lt"/>
              </a:rPr>
              <a:t>", "date": "2025-02-10", "montant": 500 },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  { "type": "</a:t>
            </a:r>
            <a:r>
              <a:rPr lang="fr-FR" err="1">
                <a:ea typeface="+mn-lt"/>
                <a:cs typeface="+mn-lt"/>
              </a:rPr>
              <a:t>RetraitEffectue</a:t>
            </a:r>
            <a:r>
              <a:rPr lang="fr-FR">
                <a:ea typeface="+mn-lt"/>
                <a:cs typeface="+mn-lt"/>
              </a:rPr>
              <a:t>", "date": "2025-03-05", "montant": 200 },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  { "type": "</a:t>
            </a:r>
            <a:r>
              <a:rPr lang="fr-FR" err="1">
                <a:ea typeface="+mn-lt"/>
                <a:cs typeface="+mn-lt"/>
              </a:rPr>
              <a:t>DepotEffectue</a:t>
            </a:r>
            <a:r>
              <a:rPr lang="fr-FR">
                <a:ea typeface="+mn-lt"/>
                <a:cs typeface="+mn-lt"/>
              </a:rPr>
              <a:t>", "date": "2025-04-15", "montant": 300 }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]</a:t>
            </a:r>
            <a:endParaRPr lang="fr-FR"/>
          </a:p>
          <a:p>
            <a:pPr>
              <a:buNone/>
            </a:pPr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3648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A33E38-43A0-545D-111C-7C04AD1CE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Gestion des données : Pattern CQRS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6A0628-6FFD-0888-8568-03CB4A3BB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b="1">
                <a:ea typeface="+mn-lt"/>
                <a:cs typeface="+mn-lt"/>
              </a:rPr>
              <a:t>CQRS</a:t>
            </a:r>
            <a:r>
              <a:rPr lang="fr-FR">
                <a:ea typeface="+mn-lt"/>
                <a:cs typeface="+mn-lt"/>
              </a:rPr>
              <a:t> signifie </a:t>
            </a:r>
            <a:r>
              <a:rPr lang="fr-FR" b="1">
                <a:ea typeface="+mn-lt"/>
                <a:cs typeface="+mn-lt"/>
              </a:rPr>
              <a:t>Command </a:t>
            </a:r>
            <a:r>
              <a:rPr lang="fr-FR" b="1" err="1">
                <a:ea typeface="+mn-lt"/>
                <a:cs typeface="+mn-lt"/>
              </a:rPr>
              <a:t>Query</a:t>
            </a:r>
            <a:r>
              <a:rPr lang="fr-FR" b="1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Responsibility</a:t>
            </a:r>
            <a:r>
              <a:rPr lang="fr-FR" b="1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Segregation</a:t>
            </a:r>
            <a:r>
              <a:rPr lang="fr-FR">
                <a:ea typeface="+mn-lt"/>
                <a:cs typeface="+mn-lt"/>
              </a:rPr>
              <a:t>, ou </a:t>
            </a:r>
            <a:r>
              <a:rPr lang="fr-FR" b="1">
                <a:ea typeface="+mn-lt"/>
                <a:cs typeface="+mn-lt"/>
              </a:rPr>
              <a:t>Séparation des responsabilités entre commandes et requêtes</a:t>
            </a:r>
            <a:r>
              <a:rPr lang="fr-FR">
                <a:ea typeface="+mn-lt"/>
                <a:cs typeface="+mn-lt"/>
              </a:rPr>
              <a:t>.</a:t>
            </a:r>
          </a:p>
          <a:p>
            <a:r>
              <a:rPr lang="fr-FR"/>
              <a:t>On sépare les lectures des écritures</a:t>
            </a:r>
          </a:p>
          <a:p>
            <a:r>
              <a:rPr lang="fr-FR"/>
              <a:t>Avantages 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/>
              <a:t> Facilite la scalabilité et donc les performances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/>
              <a:t>  Se combine très bien avec l'Event </a:t>
            </a:r>
            <a:r>
              <a:rPr lang="fr-FR" err="1"/>
              <a:t>Sourcing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2552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09F7A8-B04D-E244-64BA-A8331239B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Gestion des données : </a:t>
            </a:r>
            <a:r>
              <a:rPr lang="fr-FR">
                <a:ea typeface="+mj-lt"/>
                <a:cs typeface="+mj-lt"/>
              </a:rPr>
              <a:t>Timeouts &amp; Retries intelligents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ABEF90-506C-A387-BDD1-89913B64C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ea typeface="+mn-lt"/>
                <a:cs typeface="+mn-lt"/>
              </a:rPr>
              <a:t>Permettre à un système de </a:t>
            </a:r>
            <a:r>
              <a:rPr lang="fr-FR" b="1">
                <a:ea typeface="+mn-lt"/>
                <a:cs typeface="+mn-lt"/>
              </a:rPr>
              <a:t>rester robuste</a:t>
            </a:r>
            <a:r>
              <a:rPr lang="fr-FR">
                <a:ea typeface="+mn-lt"/>
                <a:cs typeface="+mn-lt"/>
              </a:rPr>
              <a:t> face aux pannes temporaires, aux lenteurs réseau ou aux indisponibilités de services.</a:t>
            </a:r>
          </a:p>
          <a:p>
            <a:r>
              <a:rPr lang="fr-FR"/>
              <a:t>Timeout : pour limiter l'attente et ne pas bloquer le système </a:t>
            </a:r>
            <a:r>
              <a:rPr lang="fr-FR" err="1"/>
              <a:t>indéfinimenent</a:t>
            </a:r>
          </a:p>
          <a:p>
            <a:r>
              <a:rPr lang="fr-FR" err="1"/>
              <a:t>Retry</a:t>
            </a:r>
            <a:r>
              <a:rPr lang="fr-FR"/>
              <a:t> 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/>
              <a:t>Réessayer après un délai (fixe, exponentiel)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/>
              <a:t>Limiter le nombre de tentative</a:t>
            </a:r>
          </a:p>
        </p:txBody>
      </p:sp>
    </p:spTree>
    <p:extLst>
      <p:ext uri="{BB962C8B-B14F-4D97-AF65-F5344CB8AC3E}">
        <p14:creationId xmlns:p14="http://schemas.microsoft.com/office/powerpoint/2010/main" val="727933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4A09ED-5355-46E4-60A0-EA39ADC24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Gestion des données : Utilisation de files d'attentes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8E0DA1-7E1D-C337-4E35-4195E435D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Garantir la livraison des événements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b="1" err="1">
                <a:ea typeface="+mn-lt"/>
                <a:cs typeface="+mn-lt"/>
              </a:rPr>
              <a:t>RabbitMQ</a:t>
            </a:r>
            <a:r>
              <a:rPr lang="fr-FR">
                <a:ea typeface="+mn-lt"/>
                <a:cs typeface="+mn-lt"/>
              </a:rPr>
              <a:t> : orienté message, fiable, supporte les échanges complexes.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b="1">
                <a:ea typeface="+mn-lt"/>
                <a:cs typeface="+mn-lt"/>
              </a:rPr>
              <a:t>Apache Kafka</a:t>
            </a:r>
            <a:r>
              <a:rPr lang="fr-FR">
                <a:ea typeface="+mn-lt"/>
                <a:cs typeface="+mn-lt"/>
              </a:rPr>
              <a:t> : orienté événement, très performant, adapté aux gros volumes.</a:t>
            </a:r>
            <a:endParaRPr lang="fr-FR"/>
          </a:p>
          <a:p>
            <a:pPr marL="457200" lvl="1" indent="0">
              <a:buNone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9715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7622C0-B8EF-1858-F5E3-4AC3ED964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Gestion des données : Base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F044BC-0E2C-84F5-8C8F-56FBDE954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fr-FR"/>
              <a:t>Base de données AP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/>
              <a:t>Privilégie la disponibilité et la tolérance au partitionnement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>
                <a:ea typeface="+mn-lt"/>
                <a:cs typeface="+mn-lt"/>
              </a:rPr>
              <a:t>Les requêtes reçoivent une réponse, même si elle n’est pas parfaitement à jour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>
                <a:ea typeface="+mn-lt"/>
                <a:cs typeface="+mn-lt"/>
              </a:rPr>
              <a:t>Elles continuent à fonctionner même en cas de coupure réseau.</a:t>
            </a:r>
            <a:endParaRPr lang="fr-FR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/>
              <a:t>Ex: DB NoSQL</a:t>
            </a:r>
          </a:p>
          <a:p>
            <a:r>
              <a:rPr lang="fr-FR"/>
              <a:t>Base de données CP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fr-FR"/>
              <a:t>Privilégie la cohérence et gère la tolérance au partitionnement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fr-FR"/>
              <a:t>Les requêtes reçoivent une réponse parfaitement à jour</a:t>
            </a:r>
            <a:endParaRPr lang="en-US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fr-FR"/>
              <a:t>Elles sacrifient la disponibilité en cas de problème réseau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fr-FR"/>
              <a:t>Ex: DB SQL</a:t>
            </a:r>
          </a:p>
          <a:p>
            <a:endParaRPr lang="fr-FR"/>
          </a:p>
          <a:p>
            <a:pPr marL="457200" lvl="1" indent="0">
              <a:buNone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1524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44DA14-CA32-3983-6203-5E3A2CC0A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Gestion des données : Base de données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FC9FFCEB-E650-4121-1674-059DF64FE1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6498926"/>
              </p:ext>
            </p:extLst>
          </p:nvPr>
        </p:nvGraphicFramePr>
        <p:xfrm>
          <a:off x="595085" y="1836057"/>
          <a:ext cx="10755080" cy="4926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1016">
                  <a:extLst>
                    <a:ext uri="{9D8B030D-6E8A-4147-A177-3AD203B41FA5}">
                      <a16:colId xmlns:a16="http://schemas.microsoft.com/office/drawing/2014/main" val="536430072"/>
                    </a:ext>
                  </a:extLst>
                </a:gridCol>
                <a:gridCol w="2151016">
                  <a:extLst>
                    <a:ext uri="{9D8B030D-6E8A-4147-A177-3AD203B41FA5}">
                      <a16:colId xmlns:a16="http://schemas.microsoft.com/office/drawing/2014/main" val="796377473"/>
                    </a:ext>
                  </a:extLst>
                </a:gridCol>
                <a:gridCol w="2151016">
                  <a:extLst>
                    <a:ext uri="{9D8B030D-6E8A-4147-A177-3AD203B41FA5}">
                      <a16:colId xmlns:a16="http://schemas.microsoft.com/office/drawing/2014/main" val="2158666603"/>
                    </a:ext>
                  </a:extLst>
                </a:gridCol>
                <a:gridCol w="2151016">
                  <a:extLst>
                    <a:ext uri="{9D8B030D-6E8A-4147-A177-3AD203B41FA5}">
                      <a16:colId xmlns:a16="http://schemas.microsoft.com/office/drawing/2014/main" val="2100585079"/>
                    </a:ext>
                  </a:extLst>
                </a:gridCol>
                <a:gridCol w="2151016">
                  <a:extLst>
                    <a:ext uri="{9D8B030D-6E8A-4147-A177-3AD203B41FA5}">
                      <a16:colId xmlns:a16="http://schemas.microsoft.com/office/drawing/2014/main" val="1599266062"/>
                    </a:ext>
                  </a:extLst>
                </a:gridCol>
              </a:tblGrid>
              <a:tr h="614334">
                <a:tc>
                  <a:txBody>
                    <a:bodyPr/>
                    <a:lstStyle/>
                    <a:p>
                      <a:r>
                        <a:rPr lang="fr-FR" dirty="0"/>
                        <a:t>Type de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Exemple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Modèle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Cohérence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/>
                        <a:t>DB distribuée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725657"/>
                  </a:ext>
                </a:extLst>
              </a:tr>
              <a:tr h="61433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/>
                        <a:t>SQL classique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PgSQL</a:t>
                      </a:r>
                      <a:r>
                        <a:rPr lang="fr-FR" dirty="0"/>
                        <a:t>, MySQL,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Forte (ACID)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/>
                        <a:t>Non de 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743017"/>
                  </a:ext>
                </a:extLst>
              </a:tr>
              <a:tr h="61433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latin typeface="Aptos"/>
                        </a:rPr>
                        <a:t>NoSQL orienté clé/valeur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Cassandra , </a:t>
                      </a:r>
                      <a:r>
                        <a:rPr lang="fr-FR" dirty="0" err="1"/>
                        <a:t>DynamoDB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Eventuelle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/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349404"/>
                  </a:ext>
                </a:extLst>
              </a:tr>
              <a:tr h="614334">
                <a:tc>
                  <a:txBody>
                    <a:bodyPr/>
                    <a:lstStyle/>
                    <a:p>
                      <a:r>
                        <a:rPr lang="fr-FR" dirty="0"/>
                        <a:t>NoSQL 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MongoDB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latin typeface="Aptos"/>
                        </a:rPr>
                        <a:t>CP (par défaut) ou AP (configurable)</a:t>
                      </a:r>
                      <a:endParaRPr lang="fr-F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latin typeface="Aptos"/>
                        </a:rPr>
                        <a:t>Forte ou éventuelle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latin typeface="Aptos"/>
                        </a:rPr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594490"/>
                  </a:ext>
                </a:extLst>
              </a:tr>
              <a:tr h="61433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latin typeface="Aptos"/>
                        </a:rPr>
                        <a:t>NoSQL colonne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latin typeface="Aptos"/>
                        </a:rPr>
                        <a:t>HBase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/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612817"/>
                  </a:ext>
                </a:extLst>
              </a:tr>
              <a:tr h="61433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latin typeface="Aptos"/>
                        </a:rPr>
                        <a:t>NoSQL graphe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Neo4j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/>
                        <a:t>Non de 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276011"/>
                  </a:ext>
                </a:extLst>
              </a:tr>
              <a:tr h="61433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latin typeface="Aptos"/>
                        </a:rPr>
                        <a:t>Streaming / log distribué ( pas stockage permanent)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Kafka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latin typeface="Aptos"/>
                        </a:rPr>
                        <a:t>Éventuelle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latin typeface="Aptos"/>
                        </a:rPr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601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700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6EFE5-D215-38FC-7203-CFBC205FA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Gestion des données : Sharding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A9D66-594A-D773-F8E5-9B8E46CFF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En </a:t>
            </a:r>
            <a:r>
              <a:rPr lang="en-US" err="1"/>
              <a:t>général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DB par service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si</a:t>
            </a:r>
            <a:r>
              <a:rPr lang="en-US"/>
              <a:t> gros volumes …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Division des bases de données </a:t>
            </a:r>
            <a:r>
              <a:rPr lang="en-US" err="1"/>
              <a:t>en</a:t>
            </a:r>
            <a:r>
              <a:rPr lang="en-US"/>
              <a:t> shards</a:t>
            </a:r>
          </a:p>
          <a:p>
            <a:r>
              <a:rPr lang="en-US" b="1">
                <a:ea typeface="+mn-lt"/>
                <a:cs typeface="+mn-lt"/>
              </a:rPr>
              <a:t>Sharding horizontal</a:t>
            </a:r>
            <a:r>
              <a:rPr lang="en-US">
                <a:ea typeface="+mn-lt"/>
                <a:cs typeface="+mn-lt"/>
              </a:rPr>
              <a:t> : division par </a:t>
            </a:r>
            <a:r>
              <a:rPr lang="en-US" err="1">
                <a:ea typeface="+mn-lt"/>
                <a:cs typeface="+mn-lt"/>
              </a:rPr>
              <a:t>lignes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 Le plus courant</a:t>
            </a:r>
            <a:endParaRPr lang="en-US" err="1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Ex : division par zone </a:t>
            </a:r>
            <a:r>
              <a:rPr lang="en-US" err="1">
                <a:ea typeface="+mn-lt"/>
                <a:cs typeface="+mn-lt"/>
              </a:rPr>
              <a:t>géographique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Sharding vertical</a:t>
            </a:r>
            <a:r>
              <a:rPr lang="en-US">
                <a:ea typeface="+mn-lt"/>
                <a:cs typeface="+mn-lt"/>
              </a:rPr>
              <a:t> : division par </a:t>
            </a:r>
            <a:r>
              <a:rPr lang="en-US" err="1">
                <a:ea typeface="+mn-lt"/>
                <a:cs typeface="+mn-lt"/>
              </a:rPr>
              <a:t>colonnes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fonctionnalités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 Ex : données </a:t>
            </a:r>
            <a:r>
              <a:rPr lang="en-US" err="1">
                <a:ea typeface="+mn-lt"/>
                <a:cs typeface="+mn-lt"/>
              </a:rPr>
              <a:t>personnelles</a:t>
            </a:r>
            <a:r>
              <a:rPr lang="en-US">
                <a:ea typeface="+mn-lt"/>
                <a:cs typeface="+mn-lt"/>
              </a:rPr>
              <a:t> vs </a:t>
            </a:r>
            <a:r>
              <a:rPr lang="en-US" err="1">
                <a:ea typeface="+mn-lt"/>
                <a:cs typeface="+mn-lt"/>
              </a:rPr>
              <a:t>historiques</a:t>
            </a:r>
            <a:r>
              <a:rPr lang="en-US">
                <a:ea typeface="+mn-lt"/>
                <a:cs typeface="+mn-lt"/>
              </a:rPr>
              <a:t> d’achat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Sharding </a:t>
            </a:r>
            <a:r>
              <a:rPr lang="en-US" b="1" err="1">
                <a:ea typeface="+mn-lt"/>
                <a:cs typeface="+mn-lt"/>
              </a:rPr>
              <a:t>fonctionnel</a:t>
            </a:r>
            <a:r>
              <a:rPr lang="en-US">
                <a:ea typeface="+mn-lt"/>
                <a:cs typeface="+mn-lt"/>
              </a:rPr>
              <a:t> : </a:t>
            </a:r>
            <a:r>
              <a:rPr lang="en-US" err="1">
                <a:ea typeface="+mn-lt"/>
                <a:cs typeface="+mn-lt"/>
              </a:rPr>
              <a:t>chaque</a:t>
            </a:r>
            <a:r>
              <a:rPr lang="en-US">
                <a:ea typeface="+mn-lt"/>
                <a:cs typeface="+mn-lt"/>
              </a:rPr>
              <a:t> shard </a:t>
            </a:r>
            <a:r>
              <a:rPr lang="en-US" err="1">
                <a:ea typeface="+mn-lt"/>
                <a:cs typeface="+mn-lt"/>
              </a:rPr>
              <a:t>gère</a:t>
            </a:r>
            <a:r>
              <a:rPr lang="en-US">
                <a:ea typeface="+mn-lt"/>
                <a:cs typeface="+mn-lt"/>
              </a:rPr>
              <a:t> un </a:t>
            </a:r>
            <a:r>
              <a:rPr lang="en-US" err="1">
                <a:ea typeface="+mn-lt"/>
                <a:cs typeface="+mn-lt"/>
              </a:rPr>
              <a:t>domaine</a:t>
            </a:r>
            <a:r>
              <a:rPr lang="en-US">
                <a:ea typeface="+mn-lt"/>
                <a:cs typeface="+mn-lt"/>
              </a:rPr>
              <a:t> métier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Moins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utilisé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en</a:t>
            </a:r>
            <a:r>
              <a:rPr lang="en-US">
                <a:ea typeface="+mn-lt"/>
                <a:cs typeface="+mn-lt"/>
              </a:rPr>
              <a:t> pratique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 Ex : </a:t>
            </a:r>
            <a:r>
              <a:rPr lang="en-US" err="1">
                <a:ea typeface="+mn-lt"/>
                <a:cs typeface="+mn-lt"/>
              </a:rPr>
              <a:t>commandes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paiements</a:t>
            </a:r>
            <a:r>
              <a:rPr lang="en-US">
                <a:ea typeface="+mn-lt"/>
                <a:cs typeface="+mn-lt"/>
              </a:rPr>
              <a:t>…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60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272A22-7E2C-CD0E-B450-3C3C68A6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>
                <a:latin typeface="Aptos"/>
              </a:rPr>
              <a:t>🧠 Exercice de réflexion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80DD42-CFD6-B268-AD76-4624C906C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315"/>
            <a:ext cx="10515600" cy="466664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fr-FR" b="1"/>
              <a:t>Contexte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Une entreprise développe une plateforme de réservation de billets pour des événements culturels. </a:t>
            </a:r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Elle repose sur une architecture </a:t>
            </a:r>
            <a:r>
              <a:rPr lang="fr-FR" b="1">
                <a:ea typeface="+mn-lt"/>
                <a:cs typeface="+mn-lt"/>
              </a:rPr>
              <a:t>micro-services</a:t>
            </a:r>
            <a:r>
              <a:rPr lang="fr-FR">
                <a:ea typeface="+mn-lt"/>
                <a:cs typeface="+mn-lt"/>
              </a:rPr>
              <a:t> :</a:t>
            </a:r>
            <a:endParaRPr lang="fr-FR"/>
          </a:p>
          <a:p>
            <a:pPr lvl="1">
              <a:buFont typeface="Courier New"/>
              <a:buChar char="o"/>
            </a:pPr>
            <a:r>
              <a:rPr lang="fr-FR" b="1">
                <a:ea typeface="+mn-lt"/>
                <a:cs typeface="+mn-lt"/>
              </a:rPr>
              <a:t>Service Utilisateur</a:t>
            </a:r>
            <a:endParaRPr lang="fr-FR"/>
          </a:p>
          <a:p>
            <a:pPr lvl="1">
              <a:buFont typeface="Courier New"/>
              <a:buChar char="o"/>
            </a:pPr>
            <a:r>
              <a:rPr lang="fr-FR" b="1">
                <a:ea typeface="+mn-lt"/>
                <a:cs typeface="+mn-lt"/>
              </a:rPr>
              <a:t>Service Événement</a:t>
            </a:r>
            <a:endParaRPr lang="fr-FR"/>
          </a:p>
          <a:p>
            <a:pPr lvl="1">
              <a:buFont typeface="Courier New"/>
              <a:buChar char="o"/>
            </a:pPr>
            <a:r>
              <a:rPr lang="fr-FR" b="1">
                <a:ea typeface="+mn-lt"/>
                <a:cs typeface="+mn-lt"/>
              </a:rPr>
              <a:t>Service Réservation</a:t>
            </a:r>
            <a:endParaRPr lang="fr-FR"/>
          </a:p>
          <a:p>
            <a:pPr lvl="1">
              <a:buFont typeface="Courier New"/>
              <a:buChar char="o"/>
            </a:pPr>
            <a:r>
              <a:rPr lang="fr-FR" b="1">
                <a:ea typeface="+mn-lt"/>
                <a:cs typeface="+mn-lt"/>
              </a:rPr>
              <a:t>Service Paiement</a:t>
            </a:r>
            <a:endParaRPr lang="fr-FR"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b="1">
                <a:ea typeface="+mn-lt"/>
                <a:cs typeface="+mn-lt"/>
              </a:rPr>
              <a:t>Situation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Lors d’un pic de trafic (ex. : ouverture des ventes pour un concert), le système subit une forte charge. Vous devez garantir une </a:t>
            </a:r>
            <a:r>
              <a:rPr lang="fr-FR" b="1">
                <a:ea typeface="+mn-lt"/>
                <a:cs typeface="+mn-lt"/>
              </a:rPr>
              <a:t>expérience utilisateur fluide</a:t>
            </a:r>
            <a:r>
              <a:rPr lang="fr-FR">
                <a:ea typeface="+mn-lt"/>
                <a:cs typeface="+mn-lt"/>
              </a:rPr>
              <a:t>, tout en maintenant une </a:t>
            </a:r>
            <a:r>
              <a:rPr lang="fr-FR" b="1">
                <a:ea typeface="+mn-lt"/>
                <a:cs typeface="+mn-lt"/>
              </a:rPr>
              <a:t>cohérence raisonnable des données</a:t>
            </a:r>
            <a:r>
              <a:rPr lang="fr-FR">
                <a:ea typeface="+mn-lt"/>
                <a:cs typeface="+mn-lt"/>
              </a:rPr>
              <a:t>.</a:t>
            </a:r>
            <a:endParaRPr lang="fr-FR"/>
          </a:p>
          <a:p>
            <a:pPr indent="-457200">
              <a:buNone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6328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FFF732-8235-C228-7ACD-26E501D3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latin typeface="Aptos"/>
              </a:rPr>
              <a:t>🧠 Exercice de réflexion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7D5EAB-518B-37C7-CC1D-E2492425B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/>
              <a:t>🔍 Questions</a:t>
            </a:r>
          </a:p>
          <a:p>
            <a:pPr marL="0" indent="0">
              <a:buNone/>
            </a:pPr>
            <a:r>
              <a:rPr lang="fr-FR"/>
              <a:t> </a:t>
            </a:r>
            <a:r>
              <a:rPr lang="fr-FR" b="1"/>
              <a:t>Analyse du théorème CAP</a:t>
            </a:r>
            <a:endParaRPr lang="fr-FR"/>
          </a:p>
          <a:p>
            <a:r>
              <a:rPr lang="fr-FR">
                <a:ea typeface="+mn-lt"/>
                <a:cs typeface="+mn-lt"/>
              </a:rPr>
              <a:t>Expliquez pourquoi il est impossible de garantir </a:t>
            </a:r>
            <a:r>
              <a:rPr lang="fr-FR" b="1">
                <a:ea typeface="+mn-lt"/>
                <a:cs typeface="+mn-lt"/>
              </a:rPr>
              <a:t>C</a:t>
            </a:r>
            <a:r>
              <a:rPr lang="fr-FR">
                <a:ea typeface="+mn-lt"/>
                <a:cs typeface="+mn-lt"/>
              </a:rPr>
              <a:t>, </a:t>
            </a:r>
            <a:r>
              <a:rPr lang="fr-FR" b="1">
                <a:ea typeface="+mn-lt"/>
                <a:cs typeface="+mn-lt"/>
              </a:rPr>
              <a:t>A</a:t>
            </a:r>
            <a:r>
              <a:rPr lang="fr-FR">
                <a:ea typeface="+mn-lt"/>
                <a:cs typeface="+mn-lt"/>
              </a:rPr>
              <a:t> et </a:t>
            </a:r>
            <a:r>
              <a:rPr lang="fr-FR" b="1">
                <a:ea typeface="+mn-lt"/>
                <a:cs typeface="+mn-lt"/>
              </a:rPr>
              <a:t>P</a:t>
            </a:r>
            <a:r>
              <a:rPr lang="fr-FR">
                <a:ea typeface="+mn-lt"/>
                <a:cs typeface="+mn-lt"/>
              </a:rPr>
              <a:t> en même temps.</a:t>
            </a:r>
            <a:endParaRPr lang="fr-FR"/>
          </a:p>
          <a:p>
            <a:r>
              <a:rPr lang="fr-FR">
                <a:ea typeface="+mn-lt"/>
                <a:cs typeface="+mn-lt"/>
              </a:rPr>
              <a:t>Donnez un exemple de situation où une partition réseau pourrait survenir dans ce contexte.</a:t>
            </a:r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8599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A7549-2FFE-97C9-4B41-26D25AFA4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5625AD-798B-8F24-62D6-F37E124F4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latin typeface="Aptos"/>
              </a:rPr>
              <a:t>🧠 Exercice de réflexion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ABC674-6526-8CDD-E6AB-937F4AB30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fr-FR" b="1"/>
              <a:t>Choix stratégique par service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Pour chaque micro-service, indiquez le compromis à privilégier en cas de partition :</a:t>
            </a:r>
            <a:endParaRPr lang="fr-FR"/>
          </a:p>
          <a:p>
            <a:pPr>
              <a:buNone/>
            </a:pPr>
            <a:endParaRPr lang="fr-FR"/>
          </a:p>
          <a:p>
            <a:pPr marL="0" indent="0">
              <a:buNone/>
            </a:pPr>
            <a:endParaRPr lang="fr-FR"/>
          </a:p>
          <a:p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A93DCB64-8B50-D576-B7BB-7C5F99484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51286"/>
              </p:ext>
            </p:extLst>
          </p:nvPr>
        </p:nvGraphicFramePr>
        <p:xfrm>
          <a:off x="486103" y="3205655"/>
          <a:ext cx="10926429" cy="3315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028">
                  <a:extLst>
                    <a:ext uri="{9D8B030D-6E8A-4147-A177-3AD203B41FA5}">
                      <a16:colId xmlns:a16="http://schemas.microsoft.com/office/drawing/2014/main" val="427379615"/>
                    </a:ext>
                  </a:extLst>
                </a:gridCol>
                <a:gridCol w="2061028">
                  <a:extLst>
                    <a:ext uri="{9D8B030D-6E8A-4147-A177-3AD203B41FA5}">
                      <a16:colId xmlns:a16="http://schemas.microsoft.com/office/drawing/2014/main" val="1487801557"/>
                    </a:ext>
                  </a:extLst>
                </a:gridCol>
                <a:gridCol w="7058373">
                  <a:extLst>
                    <a:ext uri="{9D8B030D-6E8A-4147-A177-3AD203B41FA5}">
                      <a16:colId xmlns:a16="http://schemas.microsoft.com/office/drawing/2014/main" val="3157605091"/>
                    </a:ext>
                  </a:extLst>
                </a:gridCol>
              </a:tblGrid>
              <a:tr h="694406">
                <a:tc>
                  <a:txBody>
                    <a:bodyPr/>
                    <a:lstStyle/>
                    <a:p>
                      <a:r>
                        <a:rPr lang="fr-FR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latin typeface="Aptos"/>
                        </a:rPr>
                        <a:t>Choix : Cohérence ou Disponibilité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Justification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804715"/>
                  </a:ext>
                </a:extLst>
              </a:tr>
              <a:tr h="655394">
                <a:tc>
                  <a:txBody>
                    <a:bodyPr/>
                    <a:lstStyle/>
                    <a:p>
                      <a:r>
                        <a:rPr lang="fr-FR"/>
                        <a:t>Utilisateur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175039"/>
                  </a:ext>
                </a:extLst>
              </a:tr>
              <a:tr h="655394">
                <a:tc>
                  <a:txBody>
                    <a:bodyPr/>
                    <a:lstStyle/>
                    <a:p>
                      <a:r>
                        <a:rPr lang="fr-FR"/>
                        <a:t>Evénement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682619"/>
                  </a:ext>
                </a:extLst>
              </a:tr>
              <a:tr h="655394">
                <a:tc>
                  <a:txBody>
                    <a:bodyPr/>
                    <a:lstStyle/>
                    <a:p>
                      <a:r>
                        <a:rPr lang="fr-FR"/>
                        <a:t>Réservation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105212"/>
                  </a:ext>
                </a:extLst>
              </a:tr>
              <a:tr h="655394">
                <a:tc>
                  <a:txBody>
                    <a:bodyPr/>
                    <a:lstStyle/>
                    <a:p>
                      <a:r>
                        <a:rPr lang="fr-FR"/>
                        <a:t>Paiement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972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20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8B6AC-F469-B201-5313-243DA5ABA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E7D18C-A215-C19B-2EC7-2D9B4EC28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latin typeface="Aptos"/>
              </a:rPr>
              <a:t>🧠 Exercice de réflexion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C3C5EF-F8ED-EA86-E672-BBA6ACA2F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fr-FR" b="1"/>
              <a:t>Scénario critique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Le </a:t>
            </a:r>
            <a:r>
              <a:rPr lang="fr-FR" b="1">
                <a:ea typeface="+mn-lt"/>
                <a:cs typeface="+mn-lt"/>
              </a:rPr>
              <a:t>Service Réservation</a:t>
            </a:r>
            <a:r>
              <a:rPr lang="fr-FR">
                <a:ea typeface="+mn-lt"/>
                <a:cs typeface="+mn-lt"/>
              </a:rPr>
              <a:t> et le </a:t>
            </a:r>
            <a:r>
              <a:rPr lang="fr-FR" b="1">
                <a:ea typeface="+mn-lt"/>
                <a:cs typeface="+mn-lt"/>
              </a:rPr>
              <a:t>Service Paiement</a:t>
            </a:r>
            <a:r>
              <a:rPr lang="fr-FR">
                <a:ea typeface="+mn-lt"/>
                <a:cs typeface="+mn-lt"/>
              </a:rPr>
              <a:t> sont désynchronisés à cause d’un problème réseau.</a:t>
            </a:r>
            <a:endParaRPr lang="fr-FR"/>
          </a:p>
          <a:p>
            <a:pPr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Quels risques cela engendre ?</a:t>
            </a:r>
            <a:endParaRPr lang="fr-FR"/>
          </a:p>
          <a:p>
            <a:pPr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Quelles solutions architecturales pouvez-vous proposer pour : </a:t>
            </a:r>
            <a:endParaRPr lang="fr-FR"/>
          </a:p>
          <a:p>
            <a:pPr marL="971550" lvl="1" indent="-285750"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Éviter les </a:t>
            </a:r>
            <a:r>
              <a:rPr lang="fr-FR" b="1">
                <a:ea typeface="+mn-lt"/>
                <a:cs typeface="+mn-lt"/>
              </a:rPr>
              <a:t>réservations fantômes</a:t>
            </a:r>
            <a:r>
              <a:rPr lang="fr-FR">
                <a:ea typeface="+mn-lt"/>
                <a:cs typeface="+mn-lt"/>
              </a:rPr>
              <a:t> (places réservées mais non payées) ?</a:t>
            </a:r>
            <a:endParaRPr lang="fr-FR"/>
          </a:p>
          <a:p>
            <a:pPr marL="971550" lvl="1" indent="-285750"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Réconcilier les données après rétablissement du réseau ?</a:t>
            </a:r>
            <a:endParaRPr lang="fr-FR"/>
          </a:p>
          <a:p>
            <a:pPr>
              <a:buNone/>
            </a:pPr>
            <a:endParaRPr lang="fr-FR" b="1"/>
          </a:p>
          <a:p>
            <a:pPr>
              <a:buNone/>
            </a:pPr>
            <a:endParaRPr lang="fr-FR"/>
          </a:p>
          <a:p>
            <a:pPr marL="0" indent="0">
              <a:buNone/>
            </a:pPr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79889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8FD2-3F90-C5BF-ADEC-13EC158E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Exercice</a:t>
            </a:r>
            <a:r>
              <a:rPr lang="en-US" dirty="0"/>
              <a:t> SAGA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F83A2-8535-F584-3ED1-0571CCB51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Clonez</a:t>
            </a:r>
            <a:r>
              <a:rPr lang="en-US" dirty="0">
                <a:ea typeface="+mn-lt"/>
                <a:cs typeface="+mn-lt"/>
              </a:rPr>
              <a:t> le code ci-dessous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Lisez</a:t>
            </a:r>
            <a:r>
              <a:rPr lang="en-US">
                <a:ea typeface="+mn-lt"/>
                <a:cs typeface="+mn-lt"/>
              </a:rPr>
              <a:t> le README !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Effectuez</a:t>
            </a:r>
            <a:r>
              <a:rPr lang="en-US" dirty="0">
                <a:ea typeface="+mn-lt"/>
                <a:cs typeface="+mn-lt"/>
              </a:rPr>
              <a:t> les tests </a:t>
            </a:r>
            <a:r>
              <a:rPr lang="en-US" dirty="0" err="1">
                <a:ea typeface="+mn-lt"/>
                <a:cs typeface="+mn-lt"/>
              </a:rPr>
              <a:t>présents</a:t>
            </a:r>
            <a:r>
              <a:rPr lang="en-US" dirty="0">
                <a:ea typeface="+mn-lt"/>
                <a:cs typeface="+mn-lt"/>
              </a:rPr>
              <a:t> dans le README !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Complétez</a:t>
            </a:r>
            <a:r>
              <a:rPr lang="en-US" dirty="0">
                <a:ea typeface="+mn-lt"/>
                <a:cs typeface="+mn-lt"/>
              </a:rPr>
              <a:t> le code pour </a:t>
            </a:r>
            <a:r>
              <a:rPr lang="en-US" err="1">
                <a:ea typeface="+mn-lt"/>
                <a:cs typeface="+mn-lt"/>
              </a:rPr>
              <a:t>gérer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une</a:t>
            </a:r>
            <a:r>
              <a:rPr lang="en-US" dirty="0">
                <a:ea typeface="+mn-lt"/>
                <a:cs typeface="+mn-lt"/>
              </a:rPr>
              <a:t> compensation dans la SAGA</a:t>
            </a:r>
          </a:p>
          <a:p>
            <a:pPr lvl="2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Voir case "</a:t>
            </a:r>
            <a:r>
              <a:rPr lang="en-US" dirty="0" err="1">
                <a:ea typeface="+mn-lt"/>
                <a:cs typeface="+mn-lt"/>
              </a:rPr>
              <a:t>Stock_Update_Failed</a:t>
            </a:r>
            <a:r>
              <a:rPr lang="en-US" dirty="0">
                <a:ea typeface="+mn-lt"/>
                <a:cs typeface="+mn-lt"/>
              </a:rPr>
              <a:t>"  dans le service SAGA !</a:t>
            </a:r>
          </a:p>
          <a:p>
            <a:r>
              <a:rPr lang="en-US" dirty="0">
                <a:ea typeface="+mn-lt"/>
                <a:cs typeface="+mn-lt"/>
                <a:hlinkClick r:id="rId2"/>
              </a:rPr>
              <a:t>https://github.com/olivierchoquet/saga-orchestation.git</a:t>
            </a:r>
            <a:endParaRPr lang="en-US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10374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ED1306D512654B98E69FC24695A753" ma:contentTypeVersion="15" ma:contentTypeDescription="Crée un document." ma:contentTypeScope="" ma:versionID="28052f1bfc756513fdd0761c43ce7efd">
  <xsd:schema xmlns:xsd="http://www.w3.org/2001/XMLSchema" xmlns:xs="http://www.w3.org/2001/XMLSchema" xmlns:p="http://schemas.microsoft.com/office/2006/metadata/properties" xmlns:ns2="c7472d64-0d3a-484e-8dae-9877b44b21bc" xmlns:ns3="3f185228-d0ce-4b0b-b59f-3a34cdc9a5e8" targetNamespace="http://schemas.microsoft.com/office/2006/metadata/properties" ma:root="true" ma:fieldsID="4d768537006f52dd3f7fe37d41052ab4" ns2:_="" ns3:_="">
    <xsd:import namespace="c7472d64-0d3a-484e-8dae-9877b44b21bc"/>
    <xsd:import namespace="3f185228-d0ce-4b0b-b59f-3a34cdc9a5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472d64-0d3a-484e-8dae-9877b44b21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d99b3629-034e-40d8-81e2-b8c7a4d868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85228-d0ce-4b0b-b59f-3a34cdc9a5e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68feede-4adb-4166-85fa-b177792af49a}" ma:internalName="TaxCatchAll" ma:showField="CatchAllData" ma:web="3f185228-d0ce-4b0b-b59f-3a34cdc9a5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7472d64-0d3a-484e-8dae-9877b44b21bc">
      <Terms xmlns="http://schemas.microsoft.com/office/infopath/2007/PartnerControls"/>
    </lcf76f155ced4ddcb4097134ff3c332f>
    <TaxCatchAll xmlns="3f185228-d0ce-4b0b-b59f-3a34cdc9a5e8" xsi:nil="true"/>
    <SharedWithUsers xmlns="3f185228-d0ce-4b0b-b59f-3a34cdc9a5e8">
      <UserInfo>
        <DisplayName/>
        <AccountId xsi:nil="true"/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692F0A-9A6C-43F2-8259-CC61EB2FD34B}">
  <ds:schemaRefs>
    <ds:schemaRef ds:uri="3f185228-d0ce-4b0b-b59f-3a34cdc9a5e8"/>
    <ds:schemaRef ds:uri="c7472d64-0d3a-484e-8dae-9877b44b21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E48E1A7-97CF-485A-ABD4-0EF9F7BDF039}">
  <ds:schemaRefs>
    <ds:schemaRef ds:uri="3f185228-d0ce-4b0b-b59f-3a34cdc9a5e8"/>
    <ds:schemaRef ds:uri="c7472d64-0d3a-484e-8dae-9877b44b21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A6A60DD-0819-44A7-BCCB-22A76EDEC8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26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Thème Office</vt:lpstr>
      <vt:lpstr>BINV3140 Microservices</vt:lpstr>
      <vt:lpstr>Gestion des données - Introduction</vt:lpstr>
      <vt:lpstr>Gestion des données - Introduction</vt:lpstr>
      <vt:lpstr>Gestion des données - cohérence</vt:lpstr>
      <vt:lpstr>Gestion des données - cohérence</vt:lpstr>
      <vt:lpstr>Gestion des données - cohérence</vt:lpstr>
      <vt:lpstr>Gestion des données : Théorème CAP</vt:lpstr>
      <vt:lpstr>Gestion des données : Théorème CAP</vt:lpstr>
      <vt:lpstr>Gestion des données : dans la pratique ...</vt:lpstr>
      <vt:lpstr>Gestion des données : solutions architecturales</vt:lpstr>
      <vt:lpstr>Gestion des données : Pattern SAGA</vt:lpstr>
      <vt:lpstr>Gestion des données : Pattern SAGA</vt:lpstr>
      <vt:lpstr>Gestion des données : Pattern SAGA</vt:lpstr>
      <vt:lpstr>Gestion des données : Event sourcing</vt:lpstr>
      <vt:lpstr>Gestion des données : Event sourcing</vt:lpstr>
      <vt:lpstr>Gestion des données : Pattern CQRS</vt:lpstr>
      <vt:lpstr>Gestion des données : Timeouts &amp; Retries intelligents</vt:lpstr>
      <vt:lpstr>Gestion des données : Utilisation de files d'attentes</vt:lpstr>
      <vt:lpstr>Gestion des données : Base de données</vt:lpstr>
      <vt:lpstr>Gestion des données : Base de données</vt:lpstr>
      <vt:lpstr>Gestion des données : Sharding </vt:lpstr>
      <vt:lpstr>🧠 Exercice de réflexion</vt:lpstr>
      <vt:lpstr>🧠 Exercice de réflexion</vt:lpstr>
      <vt:lpstr>🧠 Exercice de réflexion</vt:lpstr>
      <vt:lpstr>🧠 Exercice de réflexion</vt:lpstr>
      <vt:lpstr>Exercice SAGA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Sébastien STREBELLE</dc:creator>
  <cp:revision>34</cp:revision>
  <dcterms:created xsi:type="dcterms:W3CDTF">2024-09-17T08:11:48Z</dcterms:created>
  <dcterms:modified xsi:type="dcterms:W3CDTF">2025-10-09T08:28:32Z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Order">
    <vt:r8>1028800</vt:r8>
  </property>
  <property fmtid="{D5CDD505-2E9C-101B-9397-08002B2CF9AE}" pid="4" name="ContentTypeId">
    <vt:lpwstr>0x010100D3ED1306D512654B98E69FC24695A753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</Properties>
</file>