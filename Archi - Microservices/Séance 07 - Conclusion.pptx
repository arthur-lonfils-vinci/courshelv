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86" r:id="rId6"/>
    <p:sldId id="298" r:id="rId7"/>
    <p:sldId id="315" r:id="rId8"/>
    <p:sldId id="330" r:id="rId9"/>
    <p:sldId id="331" r:id="rId10"/>
    <p:sldId id="33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54FDD7-4ABE-6A4C-8C06-4FAE50BD21C0}" v="5" dt="2025-10-30T10:28:43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9"/>
    <p:restoredTop sz="92542"/>
  </p:normalViewPr>
  <p:slideViewPr>
    <p:cSldViewPr snapToGrid="0">
      <p:cViewPr varScale="1">
        <p:scale>
          <a:sx n="155" d="100"/>
          <a:sy n="155" d="100"/>
        </p:scale>
        <p:origin x="5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ébastien STREBELLE" userId="73885514-5da4-4c77-879d-93e833794f3a" providerId="ADAL" clId="{DDC4CFED-5C51-5FD5-B7B3-5EAC73D9F10A}"/>
    <pc:docChg chg="undo custSel addSld delSld modSld sldOrd">
      <pc:chgData name="Sébastien STREBELLE" userId="73885514-5da4-4c77-879d-93e833794f3a" providerId="ADAL" clId="{DDC4CFED-5C51-5FD5-B7B3-5EAC73D9F10A}" dt="2025-11-05T14:36:23.231" v="7096" actId="20577"/>
      <pc:docMkLst>
        <pc:docMk/>
      </pc:docMkLst>
      <pc:sldChg chg="modSp mod">
        <pc:chgData name="Sébastien STREBELLE" userId="73885514-5da4-4c77-879d-93e833794f3a" providerId="ADAL" clId="{DDC4CFED-5C51-5FD5-B7B3-5EAC73D9F10A}" dt="2025-10-30T10:24:05.651" v="6644" actId="20577"/>
        <pc:sldMkLst>
          <pc:docMk/>
          <pc:sldMk cId="2572945855" sldId="256"/>
        </pc:sldMkLst>
        <pc:spChg chg="mod">
          <ac:chgData name="Sébastien STREBELLE" userId="73885514-5da4-4c77-879d-93e833794f3a" providerId="ADAL" clId="{DDC4CFED-5C51-5FD5-B7B3-5EAC73D9F10A}" dt="2025-10-30T10:24:05.651" v="6644" actId="20577"/>
          <ac:spMkLst>
            <pc:docMk/>
            <pc:sldMk cId="2572945855" sldId="256"/>
            <ac:spMk id="29" creationId="{5AF42A25-0493-4E12-B65F-57D107A706D5}"/>
          </ac:spMkLst>
        </pc:spChg>
      </pc:sldChg>
      <pc:sldChg chg="addSp delSp modSp new mod ord">
        <pc:chgData name="Sébastien STREBELLE" userId="73885514-5da4-4c77-879d-93e833794f3a" providerId="ADAL" clId="{DDC4CFED-5C51-5FD5-B7B3-5EAC73D9F10A}" dt="2025-10-30T10:25:07.463" v="6678" actId="478"/>
        <pc:sldMkLst>
          <pc:docMk/>
          <pc:sldMk cId="3298074198" sldId="286"/>
        </pc:sldMkLst>
        <pc:spChg chg="mod">
          <ac:chgData name="Sébastien STREBELLE" userId="73885514-5da4-4c77-879d-93e833794f3a" providerId="ADAL" clId="{DDC4CFED-5C51-5FD5-B7B3-5EAC73D9F10A}" dt="2025-10-30T10:24:21.542" v="6670" actId="20577"/>
          <ac:spMkLst>
            <pc:docMk/>
            <pc:sldMk cId="3298074198" sldId="286"/>
            <ac:spMk id="2" creationId="{E1961E18-D51E-E265-CD9C-5986892C5217}"/>
          </ac:spMkLst>
        </pc:spChg>
        <pc:spChg chg="add mod">
          <ac:chgData name="Sébastien STREBELLE" userId="73885514-5da4-4c77-879d-93e833794f3a" providerId="ADAL" clId="{DDC4CFED-5C51-5FD5-B7B3-5EAC73D9F10A}" dt="2025-10-30T10:24:53.079" v="6676" actId="404"/>
          <ac:spMkLst>
            <pc:docMk/>
            <pc:sldMk cId="3298074198" sldId="286"/>
            <ac:spMk id="4" creationId="{55470D76-D632-0F0A-05BA-6E159E0D2572}"/>
          </ac:spMkLst>
        </pc:spChg>
        <pc:picChg chg="add mod">
          <ac:chgData name="Sébastien STREBELLE" userId="73885514-5da4-4c77-879d-93e833794f3a" providerId="ADAL" clId="{DDC4CFED-5C51-5FD5-B7B3-5EAC73D9F10A}" dt="2025-10-30T10:24:47.077" v="6674" actId="1076"/>
          <ac:picMkLst>
            <pc:docMk/>
            <pc:sldMk cId="3298074198" sldId="286"/>
            <ac:picMk id="5" creationId="{40E6A6AA-5B8B-F372-8F0A-953EA9E8077E}"/>
          </ac:picMkLst>
        </pc:picChg>
      </pc:sldChg>
      <pc:sldChg chg="modSp new mod">
        <pc:chgData name="Sébastien STREBELLE" userId="73885514-5da4-4c77-879d-93e833794f3a" providerId="ADAL" clId="{DDC4CFED-5C51-5FD5-B7B3-5EAC73D9F10A}" dt="2025-10-30T10:28:03.799" v="6729" actId="20577"/>
        <pc:sldMkLst>
          <pc:docMk/>
          <pc:sldMk cId="1995916977" sldId="298"/>
        </pc:sldMkLst>
        <pc:spChg chg="mod">
          <ac:chgData name="Sébastien STREBELLE" userId="73885514-5da4-4c77-879d-93e833794f3a" providerId="ADAL" clId="{DDC4CFED-5C51-5FD5-B7B3-5EAC73D9F10A}" dt="2025-10-30T10:25:30.460" v="6687" actId="20577"/>
          <ac:spMkLst>
            <pc:docMk/>
            <pc:sldMk cId="1995916977" sldId="298"/>
            <ac:spMk id="2" creationId="{A1357E4E-7FD8-D559-8F7A-E39F81803517}"/>
          </ac:spMkLst>
        </pc:spChg>
        <pc:spChg chg="mod">
          <ac:chgData name="Sébastien STREBELLE" userId="73885514-5da4-4c77-879d-93e833794f3a" providerId="ADAL" clId="{DDC4CFED-5C51-5FD5-B7B3-5EAC73D9F10A}" dt="2025-10-30T10:28:03.799" v="6729" actId="20577"/>
          <ac:spMkLst>
            <pc:docMk/>
            <pc:sldMk cId="1995916977" sldId="298"/>
            <ac:spMk id="3" creationId="{9AB4A032-155F-0E57-ACDB-1404CD85D638}"/>
          </ac:spMkLst>
        </pc:spChg>
      </pc:sldChg>
      <pc:sldChg chg="modSp add mod">
        <pc:chgData name="Sébastien STREBELLE" userId="73885514-5da4-4c77-879d-93e833794f3a" providerId="ADAL" clId="{DDC4CFED-5C51-5FD5-B7B3-5EAC73D9F10A}" dt="2025-10-30T10:28:21.224" v="6740" actId="27636"/>
        <pc:sldMkLst>
          <pc:docMk/>
          <pc:sldMk cId="603288308" sldId="315"/>
        </pc:sldMkLst>
        <pc:spChg chg="mod">
          <ac:chgData name="Sébastien STREBELLE" userId="73885514-5da4-4c77-879d-93e833794f3a" providerId="ADAL" clId="{DDC4CFED-5C51-5FD5-B7B3-5EAC73D9F10A}" dt="2025-10-30T10:26:26.846" v="6704" actId="20577"/>
          <ac:spMkLst>
            <pc:docMk/>
            <pc:sldMk cId="603288308" sldId="315"/>
            <ac:spMk id="2" creationId="{C0DED6D0-7E5F-DFBC-C298-A4F4C91B3124}"/>
          </ac:spMkLst>
        </pc:spChg>
        <pc:spChg chg="mod">
          <ac:chgData name="Sébastien STREBELLE" userId="73885514-5da4-4c77-879d-93e833794f3a" providerId="ADAL" clId="{DDC4CFED-5C51-5FD5-B7B3-5EAC73D9F10A}" dt="2025-10-30T10:28:21.224" v="6740" actId="27636"/>
          <ac:spMkLst>
            <pc:docMk/>
            <pc:sldMk cId="603288308" sldId="315"/>
            <ac:spMk id="3" creationId="{65278FA8-6239-B01B-B52F-C2BAF4E6CE2B}"/>
          </ac:spMkLst>
        </pc:spChg>
      </pc:sldChg>
      <pc:sldChg chg="modSp add mod ord">
        <pc:chgData name="Sébastien STREBELLE" userId="73885514-5da4-4c77-879d-93e833794f3a" providerId="ADAL" clId="{DDC4CFED-5C51-5FD5-B7B3-5EAC73D9F10A}" dt="2025-11-05T14:36:23.231" v="7096" actId="20577"/>
        <pc:sldMkLst>
          <pc:docMk/>
          <pc:sldMk cId="1865768359" sldId="330"/>
        </pc:sldMkLst>
        <pc:spChg chg="mod">
          <ac:chgData name="Sébastien STREBELLE" userId="73885514-5da4-4c77-879d-93e833794f3a" providerId="ADAL" clId="{DDC4CFED-5C51-5FD5-B7B3-5EAC73D9F10A}" dt="2025-11-05T14:36:23.231" v="7096" actId="20577"/>
          <ac:spMkLst>
            <pc:docMk/>
            <pc:sldMk cId="1865768359" sldId="330"/>
            <ac:spMk id="3" creationId="{693D299C-7858-4727-F82F-7E52BFA236CA}"/>
          </ac:spMkLst>
        </pc:spChg>
      </pc:sldChg>
      <pc:sldChg chg="modSp new mod">
        <pc:chgData name="Sébastien STREBELLE" userId="73885514-5da4-4c77-879d-93e833794f3a" providerId="ADAL" clId="{DDC4CFED-5C51-5FD5-B7B3-5EAC73D9F10A}" dt="2025-11-05T10:33:14.197" v="6915" actId="20577"/>
        <pc:sldMkLst>
          <pc:docMk/>
          <pc:sldMk cId="131418902" sldId="331"/>
        </pc:sldMkLst>
        <pc:spChg chg="mod">
          <ac:chgData name="Sébastien STREBELLE" userId="73885514-5da4-4c77-879d-93e833794f3a" providerId="ADAL" clId="{DDC4CFED-5C51-5FD5-B7B3-5EAC73D9F10A}" dt="2025-11-05T10:31:42.138" v="6818" actId="20577"/>
          <ac:spMkLst>
            <pc:docMk/>
            <pc:sldMk cId="131418902" sldId="331"/>
            <ac:spMk id="2" creationId="{2EFC67FD-D45F-F98F-5800-09B2D65374FA}"/>
          </ac:spMkLst>
        </pc:spChg>
        <pc:spChg chg="mod">
          <ac:chgData name="Sébastien STREBELLE" userId="73885514-5da4-4c77-879d-93e833794f3a" providerId="ADAL" clId="{DDC4CFED-5C51-5FD5-B7B3-5EAC73D9F10A}" dt="2025-11-05T10:33:14.197" v="6915" actId="20577"/>
          <ac:spMkLst>
            <pc:docMk/>
            <pc:sldMk cId="131418902" sldId="331"/>
            <ac:spMk id="3" creationId="{84A2F0FC-78AF-16BF-7AA9-470FEC21B769}"/>
          </ac:spMkLst>
        </pc:spChg>
      </pc:sldChg>
      <pc:sldChg chg="modSp new mod">
        <pc:chgData name="Sébastien STREBELLE" userId="73885514-5da4-4c77-879d-93e833794f3a" providerId="ADAL" clId="{DDC4CFED-5C51-5FD5-B7B3-5EAC73D9F10A}" dt="2025-11-05T10:34:34.943" v="7049" actId="20577"/>
        <pc:sldMkLst>
          <pc:docMk/>
          <pc:sldMk cId="1482076869" sldId="332"/>
        </pc:sldMkLst>
        <pc:spChg chg="mod">
          <ac:chgData name="Sébastien STREBELLE" userId="73885514-5da4-4c77-879d-93e833794f3a" providerId="ADAL" clId="{DDC4CFED-5C51-5FD5-B7B3-5EAC73D9F10A}" dt="2025-11-05T10:33:29.546" v="6922" actId="20577"/>
          <ac:spMkLst>
            <pc:docMk/>
            <pc:sldMk cId="1482076869" sldId="332"/>
            <ac:spMk id="2" creationId="{889B3F92-5053-7A25-D6C0-952F22D65AAC}"/>
          </ac:spMkLst>
        </pc:spChg>
        <pc:spChg chg="mod">
          <ac:chgData name="Sébastien STREBELLE" userId="73885514-5da4-4c77-879d-93e833794f3a" providerId="ADAL" clId="{DDC4CFED-5C51-5FD5-B7B3-5EAC73D9F10A}" dt="2025-11-05T10:34:34.943" v="7049" actId="20577"/>
          <ac:spMkLst>
            <pc:docMk/>
            <pc:sldMk cId="1482076869" sldId="332"/>
            <ac:spMk id="3" creationId="{F8EE9050-50D8-F879-1616-7CB3061270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BDD194-EA6A-86AB-5C0A-AA073E99F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48FA9E-B542-A797-4065-5F8F1CE94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836F02-43B6-96C1-4583-D5D3771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617AD9-451E-E7E9-FF3F-36A50C1BC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37580-1A55-B823-9F08-98B58C0A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660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B6B9DA-2895-8DAB-7575-FD201E10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9EF85-DD7F-CE82-9DA8-CB77ADDC4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D01BEC-F772-12BB-42F8-3EBF53E3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C5E836-084C-631F-777E-13A83CE1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7E9DB9-06B8-2E6A-A707-0022F9488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894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B4B67-9D80-58C2-833C-02BF1C66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EAC2C5B-CD7C-359F-5E20-90EB271FC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E2062AD-CE40-ECBE-2461-0994109D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5D91C24-750B-772B-39EB-AEE3BC9C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593CF6-DEA0-54A3-3B0D-16DFD868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770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166CE9-D8AC-23AC-AB85-26F071E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1A527B-45D4-FDBA-8A43-2ECF0043B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291D06-5D41-A286-35F6-7E5962AA6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3FDB4F-5A52-B6D6-AFCB-23B0CCA48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9C4B8D-86B0-6D8E-5799-1DF9046F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345797-C532-3683-0F22-9C0C21F5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79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0B10FA-7140-2A3F-F17D-1D8F55CB5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FBEC60-B3E8-70A1-1920-E8E65B530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CF08F6-1E9E-7991-A7E4-BBBA4D19C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98D948-741B-2551-4395-03AA7CD96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30237D2-8F80-CFAF-989C-B873AC5111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AE2C985-C329-B01A-EA6E-7ECDC0348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CB8720D-48B9-7113-5012-7F64AF82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CB2D759-968F-C3C6-332A-421C1DBC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53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0909FF-76F0-288B-EC6A-08369077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084260B-9290-664A-39BE-1FF8DAB6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3B8D1B0-0211-0B30-25B2-2ECAEB7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CE3CF8A-DED0-61B4-9477-6691CB22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912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0220C5D-59C1-F173-6A80-8466E326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672C3F8-96D7-AC0F-493C-CF032DF8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FC3F02-C042-5FAF-3F8E-41A0754F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37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933505-46DC-10BC-72D3-1D3FB4F8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1B0B73-F197-9E0C-F1BA-E28327D18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5E27E2-EF15-C4DC-87AA-2C59806BB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74645E9-9E50-C375-B1CA-FDADC0EB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9AB4B8-BE69-12A4-352D-EB182E593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9B8AD6-D1DB-F85F-A953-B1E35D7F0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4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22E2AB-2449-7EB0-5DB0-51AA5107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CDD0DB1-5B79-C179-CD88-24666CF7F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885001-8D2A-1E55-6125-046C217D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2DC0E5-E406-FB5E-7305-06FF33CA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2FFBD0-B81E-CE89-E074-CA3C19852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79F1D4-45C0-72EF-AA62-F0166092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96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CC69A-4A37-AD34-F416-9C1F0CDA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1A1A407-50D8-29B0-6B7C-3F7A084F6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DBD08-71D1-D86D-0D7C-C105368C2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73B908-5B53-7827-C0C4-599125A6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7FF548-2FA6-E231-8CE0-D4F3B1E0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505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5DECE3-B4CC-42CC-F62E-0789E3301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CD9F15-8723-AC1D-CBAE-42E77D420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97D50E-F3A1-FD48-FA20-24BDD23F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3B96C1-F640-644F-B8D3-63C4BA94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2BE97C-C5D6-E732-0A24-D614B062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3272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A563CA-A6A1-A408-DEDB-BD16137F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929816-B7ED-5106-8A3D-B868532C6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D8E43-72A4-8637-96D7-209301290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74B4E-4789-FB44-B071-FF5485E6ED2C}" type="datetimeFigureOut">
              <a:rPr lang="fr-FR" smtClean="0"/>
              <a:t>05/11/2025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0261B1-1036-E54A-1F0D-1269DA35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C35F02-B551-9B60-B538-24D184CCF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737FC-290C-B14A-9145-D3F21EAA14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4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EE6AC7-315F-49D3-AD4C-A25F1AA11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pPr algn="l"/>
            <a:r>
              <a:rPr lang="fr-BE" sz="4400" dirty="0"/>
              <a:t>BINV3140-D</a:t>
            </a:r>
            <a:br>
              <a:rPr lang="fr-BE" sz="4400" dirty="0"/>
            </a:br>
            <a:r>
              <a:rPr lang="fr-BE" sz="4400" dirty="0" err="1"/>
              <a:t>Microservices</a:t>
            </a:r>
            <a:endParaRPr lang="fr-BE" sz="4400" dirty="0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F57CF551-3363-4D14-AB20-4E3BC789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15935" y="1257301"/>
            <a:ext cx="5668280" cy="4313422"/>
          </a:xfrm>
          <a:prstGeom prst="rect">
            <a:avLst/>
          </a:prstGeom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5AF42A25-0493-4E12-B65F-57D107A706D5}"/>
              </a:ext>
            </a:extLst>
          </p:cNvPr>
          <p:cNvSpPr txBox="1"/>
          <p:nvPr/>
        </p:nvSpPr>
        <p:spPr>
          <a:xfrm>
            <a:off x="773408" y="3787253"/>
            <a:ext cx="3836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/>
              <a:t>Cours 7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7B9BDEE1-A208-4642-B50F-3B97DAAAF184}"/>
              </a:ext>
            </a:extLst>
          </p:cNvPr>
          <p:cNvSpPr txBox="1"/>
          <p:nvPr/>
        </p:nvSpPr>
        <p:spPr>
          <a:xfrm>
            <a:off x="773408" y="5325957"/>
            <a:ext cx="2115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2025-2026</a:t>
            </a:r>
          </a:p>
          <a:p>
            <a:r>
              <a:rPr lang="fr-BE" dirty="0"/>
              <a:t>Choquet Olivier</a:t>
            </a:r>
          </a:p>
          <a:p>
            <a:r>
              <a:rPr lang="fr-BE" dirty="0"/>
              <a:t>Miri Tarik</a:t>
            </a:r>
          </a:p>
          <a:p>
            <a:r>
              <a:rPr lang="fr-BE" dirty="0"/>
              <a:t>Strebelle Sébastien</a:t>
            </a:r>
          </a:p>
        </p:txBody>
      </p:sp>
    </p:spTree>
    <p:extLst>
      <p:ext uri="{BB962C8B-B14F-4D97-AF65-F5344CB8AC3E}">
        <p14:creationId xmlns:p14="http://schemas.microsoft.com/office/powerpoint/2010/main" val="257294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61E18-D51E-E265-CD9C-5986892C5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</a:t>
            </a:r>
            <a:r>
              <a:rPr lang="fr-FR" dirty="0" err="1"/>
              <a:t>Microservices</a:t>
            </a: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5470D76-D632-0F0A-05BA-6E159E0D2572}"/>
              </a:ext>
            </a:extLst>
          </p:cNvPr>
          <p:cNvSpPr txBox="1">
            <a:spLocks/>
          </p:cNvSpPr>
          <p:nvPr/>
        </p:nvSpPr>
        <p:spPr>
          <a:xfrm>
            <a:off x="838200" y="5271993"/>
            <a:ext cx="10515600" cy="1088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600" dirty="0"/>
              <a:t>Avantages &amp; Inconvénients</a:t>
            </a:r>
          </a:p>
        </p:txBody>
      </p:sp>
      <p:pic>
        <p:nvPicPr>
          <p:cNvPr id="5" name="Picture 2" descr="Question mark in dark circle - Free shapes icons">
            <a:extLst>
              <a:ext uri="{FF2B5EF4-FFF2-40B4-BE49-F238E27FC236}">
                <a16:creationId xmlns:a16="http://schemas.microsoft.com/office/drawing/2014/main" id="{40E6A6AA-5B8B-F372-8F0A-953EA9E80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937" y="1690688"/>
            <a:ext cx="3292125" cy="329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07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357E4E-7FD8-D559-8F7A-E39F81803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Avantages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B4A032-155F-0E57-ACDB-1404CD85D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/>
            <a:r>
              <a:rPr lang="fr-FR" sz="1600" dirty="0"/>
              <a:t>Scalabilité</a:t>
            </a:r>
          </a:p>
          <a:p>
            <a:pPr marL="800100" lvl="1" indent="-342900"/>
            <a:r>
              <a:rPr lang="fr-FR" sz="1600" dirty="0"/>
              <a:t>Possibilité de dupliquer certains services en particulier</a:t>
            </a:r>
          </a:p>
          <a:p>
            <a:pPr marL="800100" lvl="1" indent="-342900"/>
            <a:r>
              <a:rPr lang="fr-FR" sz="1600" dirty="0"/>
              <a:t>Amélioration des performances</a:t>
            </a:r>
          </a:p>
          <a:p>
            <a:pPr marL="342900" indent="-342900"/>
            <a:r>
              <a:rPr lang="fr-FR" sz="1600" dirty="0"/>
              <a:t>Isolement des erreurs</a:t>
            </a:r>
          </a:p>
          <a:p>
            <a:pPr marL="800100" lvl="1" indent="-342900"/>
            <a:r>
              <a:rPr lang="fr-FR" sz="1600" dirty="0"/>
              <a:t>Un service peut être down sans impacter les autres</a:t>
            </a:r>
          </a:p>
          <a:p>
            <a:pPr marL="800100" lvl="1" indent="-342900"/>
            <a:r>
              <a:rPr lang="fr-FR" sz="1600" dirty="0"/>
              <a:t>Le reste du backend peut continuer de fonctionner</a:t>
            </a:r>
          </a:p>
          <a:p>
            <a:pPr marL="342900" indent="-342900"/>
            <a:r>
              <a:rPr lang="fr-FR" sz="1600" dirty="0"/>
              <a:t>Indépendance</a:t>
            </a:r>
          </a:p>
          <a:p>
            <a:pPr marL="800100" lvl="1" indent="-342900"/>
            <a:r>
              <a:rPr lang="fr-FR" sz="1600" dirty="0"/>
              <a:t>Les services ne sont liés que par leur interface</a:t>
            </a:r>
          </a:p>
          <a:p>
            <a:pPr marL="800100" lvl="1" indent="-342900"/>
            <a:r>
              <a:rPr lang="fr-FR" sz="1600" dirty="0"/>
              <a:t>Ils peuvent être développés par des équipes différentes</a:t>
            </a:r>
          </a:p>
          <a:p>
            <a:pPr marL="800100" lvl="1" indent="-342900"/>
            <a:r>
              <a:rPr lang="fr-FR" sz="1600" dirty="0"/>
              <a:t>Ils peuvent être développés avec des technologies différentes</a:t>
            </a:r>
          </a:p>
          <a:p>
            <a:pPr marL="342900" indent="-342900"/>
            <a:r>
              <a:rPr lang="fr-FR" sz="1600" dirty="0"/>
              <a:t>Habitabilité</a:t>
            </a:r>
          </a:p>
          <a:p>
            <a:pPr marL="800100" lvl="1" indent="-342900"/>
            <a:r>
              <a:rPr lang="fr-FR" sz="1600" dirty="0"/>
              <a:t>Le code de chaque service est minimaliste</a:t>
            </a:r>
          </a:p>
          <a:p>
            <a:pPr marL="800100" lvl="1" indent="-342900"/>
            <a:r>
              <a:rPr lang="fr-FR" sz="1600" dirty="0"/>
              <a:t>Un service est facile à coder, à relire, à comprendre</a:t>
            </a:r>
          </a:p>
          <a:p>
            <a:pPr marL="800100" lvl="1" indent="-342900"/>
            <a:r>
              <a:rPr lang="fr-FR" sz="1600" dirty="0"/>
              <a:t>Plus facile de faire évoluer les services un à un</a:t>
            </a:r>
          </a:p>
          <a:p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995916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CEA1E-30F1-873E-42C0-5BAE3DF1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DED6D0-7E5F-DFBC-C298-A4F4C91B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Inconvénients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278FA8-6239-B01B-B52F-C2BAF4E6C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indent="-342900"/>
            <a:r>
              <a:rPr lang="fr-FR" sz="3400" dirty="0"/>
              <a:t>Tests</a:t>
            </a:r>
          </a:p>
          <a:p>
            <a:pPr marL="800100" lvl="1" indent="-342900"/>
            <a:r>
              <a:rPr lang="fr-FR" sz="3400" dirty="0"/>
              <a:t>Plus compliqué de tester chaque service individuellement</a:t>
            </a:r>
          </a:p>
          <a:p>
            <a:pPr marL="800100" lvl="1" indent="-342900"/>
            <a:r>
              <a:rPr lang="fr-FR" sz="3400" dirty="0"/>
              <a:t>Plus compliqué de tester l’application dans son ensemble</a:t>
            </a:r>
          </a:p>
          <a:p>
            <a:pPr marL="342900" indent="-342900"/>
            <a:r>
              <a:rPr lang="fr-FR" sz="3400" dirty="0"/>
              <a:t>Orchestration</a:t>
            </a:r>
          </a:p>
          <a:p>
            <a:pPr marL="800100" lvl="1" indent="-342900"/>
            <a:r>
              <a:rPr lang="fr-FR" sz="3400" dirty="0"/>
              <a:t>Infrastructure complexe</a:t>
            </a:r>
          </a:p>
          <a:p>
            <a:pPr marL="800100" lvl="1" indent="-342900"/>
            <a:r>
              <a:rPr lang="fr-FR" sz="3400" dirty="0"/>
              <a:t>Parfois difficile d’avoir une vue d’ensemble de l’architecture de l’app</a:t>
            </a:r>
          </a:p>
          <a:p>
            <a:pPr marL="800100" lvl="1" indent="-342900"/>
            <a:r>
              <a:rPr lang="fr-FR" sz="3400" dirty="0"/>
              <a:t>Beaucoup de possibilités d’erreurs dans les communications entre services</a:t>
            </a:r>
          </a:p>
          <a:p>
            <a:pPr marL="342900" indent="-342900"/>
            <a:r>
              <a:rPr lang="fr-FR" sz="3400" dirty="0"/>
              <a:t>Intégrité des données</a:t>
            </a:r>
          </a:p>
          <a:p>
            <a:pPr marL="800100" lvl="1" indent="-342900"/>
            <a:r>
              <a:rPr lang="fr-FR" sz="3400" dirty="0"/>
              <a:t>Chaque service gère sa propre base de données</a:t>
            </a:r>
          </a:p>
          <a:p>
            <a:pPr marL="800100" lvl="1" indent="-342900"/>
            <a:r>
              <a:rPr lang="fr-FR" sz="3400" dirty="0"/>
              <a:t>Les données peuvent se retrouver incohérentes entre les services</a:t>
            </a:r>
          </a:p>
          <a:p>
            <a:pPr marL="342900" indent="-342900"/>
            <a:r>
              <a:rPr lang="fr-FR" sz="3400" dirty="0"/>
              <a:t>Ressources</a:t>
            </a:r>
          </a:p>
          <a:p>
            <a:pPr marL="800100" lvl="1" indent="-342900"/>
            <a:r>
              <a:rPr lang="fr-FR" sz="3400" dirty="0"/>
              <a:t>Chaque service est une application entière</a:t>
            </a:r>
          </a:p>
          <a:p>
            <a:pPr marL="800100" lvl="1" indent="-342900"/>
            <a:r>
              <a:rPr lang="fr-FR" sz="3400" dirty="0" err="1"/>
              <a:t>Overhead</a:t>
            </a:r>
            <a:r>
              <a:rPr lang="fr-FR" sz="3400" dirty="0"/>
              <a:t> de ressources pour chaque service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328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B4BB66-976D-933E-0DF5-0B459B4C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Pour qui ?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3D299C-7858-4727-F82F-7E52BFA2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b="1" dirty="0"/>
              <a:t>Pas</a:t>
            </a:r>
            <a:r>
              <a:rPr lang="fr-FR" sz="2800" dirty="0"/>
              <a:t> pour des petites/moyennes entreprises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Beaucoup d’avantages pour les grandes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Répartition des services entre les équipes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Nécessite :</a:t>
            </a:r>
          </a:p>
          <a:p>
            <a:pPr marL="800100" lvl="1" indent="-342900"/>
            <a:r>
              <a:rPr lang="fr-FR" dirty="0"/>
              <a:t>Des architectes compétents</a:t>
            </a:r>
          </a:p>
          <a:p>
            <a:pPr marL="800100" lvl="1" indent="-342900"/>
            <a:r>
              <a:rPr lang="fr-FR" dirty="0"/>
              <a:t>Une très bonne documentation !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86576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FC67FD-D45F-F98F-5800-09B2D6537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Évaluation du cours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A2F0FC-78AF-16BF-7AA9-470FEC21B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session</a:t>
            </a:r>
          </a:p>
          <a:p>
            <a:pPr lvl="1"/>
            <a:r>
              <a:rPr lang="fr-FR" dirty="0"/>
              <a:t>50% projet</a:t>
            </a:r>
          </a:p>
          <a:p>
            <a:pPr lvl="1"/>
            <a:r>
              <a:rPr lang="fr-FR" dirty="0"/>
              <a:t>50% examen</a:t>
            </a:r>
          </a:p>
          <a:p>
            <a:pPr lvl="1"/>
            <a:endParaRPr lang="fr-FR" dirty="0"/>
          </a:p>
          <a:p>
            <a:r>
              <a:rPr lang="fr-FR" dirty="0"/>
              <a:t>2</a:t>
            </a:r>
            <a:r>
              <a:rPr lang="fr-FR" baseline="30000" dirty="0"/>
              <a:t>ème</a:t>
            </a:r>
            <a:r>
              <a:rPr lang="fr-FR" dirty="0"/>
              <a:t> session</a:t>
            </a:r>
          </a:p>
          <a:p>
            <a:pPr lvl="1"/>
            <a:r>
              <a:rPr lang="fr-FR" dirty="0"/>
              <a:t>25% projet (non-repassé)</a:t>
            </a:r>
          </a:p>
          <a:p>
            <a:pPr lvl="1"/>
            <a:r>
              <a:rPr lang="fr-FR" dirty="0"/>
              <a:t>75% examen</a:t>
            </a:r>
          </a:p>
        </p:txBody>
      </p:sp>
    </p:spTree>
    <p:extLst>
      <p:ext uri="{BB962C8B-B14F-4D97-AF65-F5344CB8AC3E}">
        <p14:creationId xmlns:p14="http://schemas.microsoft.com/office/powerpoint/2010/main" val="13141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B3F92-5053-7A25-D6C0-952F22D6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Examen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EE9050-50D8-F879-1616-7CB30612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 papier</a:t>
            </a:r>
          </a:p>
          <a:p>
            <a:r>
              <a:rPr lang="fr-FR" dirty="0"/>
              <a:t>Questions QCM</a:t>
            </a:r>
          </a:p>
          <a:p>
            <a:pPr lvl="1"/>
            <a:r>
              <a:rPr lang="fr-FR" dirty="0"/>
              <a:t>Théorie</a:t>
            </a:r>
          </a:p>
          <a:p>
            <a:pPr lvl="1"/>
            <a:r>
              <a:rPr lang="fr-FR" dirty="0"/>
              <a:t>Réflexion</a:t>
            </a:r>
          </a:p>
          <a:p>
            <a:r>
              <a:rPr lang="fr-FR" dirty="0"/>
              <a:t>Questions ouvertes</a:t>
            </a:r>
          </a:p>
          <a:p>
            <a:pPr lvl="1"/>
            <a:r>
              <a:rPr lang="fr-FR" dirty="0"/>
              <a:t>Analyse de cas</a:t>
            </a:r>
          </a:p>
          <a:p>
            <a:pPr lvl="1"/>
            <a:r>
              <a:rPr lang="fr-FR" dirty="0"/>
              <a:t>Potentiellement des bouts de code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20768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7472d64-0d3a-484e-8dae-9877b44b21bc">
      <Terms xmlns="http://schemas.microsoft.com/office/infopath/2007/PartnerControls"/>
    </lcf76f155ced4ddcb4097134ff3c332f>
    <TaxCatchAll xmlns="3f185228-d0ce-4b0b-b59f-3a34cdc9a5e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ED1306D512654B98E69FC24695A753" ma:contentTypeVersion="15" ma:contentTypeDescription="Crée un document." ma:contentTypeScope="" ma:versionID="bff8abfc09fb5f76d5cecf9064c3bca3">
  <xsd:schema xmlns:xsd="http://www.w3.org/2001/XMLSchema" xmlns:xs="http://www.w3.org/2001/XMLSchema" xmlns:p="http://schemas.microsoft.com/office/2006/metadata/properties" xmlns:ns2="c7472d64-0d3a-484e-8dae-9877b44b21bc" xmlns:ns3="3f185228-d0ce-4b0b-b59f-3a34cdc9a5e8" targetNamespace="http://schemas.microsoft.com/office/2006/metadata/properties" ma:root="true" ma:fieldsID="dc8ea88f0e2a70e17ae15875603b0995" ns2:_="" ns3:_="">
    <xsd:import namespace="c7472d64-0d3a-484e-8dae-9877b44b21bc"/>
    <xsd:import namespace="3f185228-d0ce-4b0b-b59f-3a34cdc9a5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72d64-0d3a-484e-8dae-9877b44b21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d99b3629-034e-40d8-81e2-b8c7a4d868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85228-d0ce-4b0b-b59f-3a34cdc9a5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8feede-4adb-4166-85fa-b177792af49a}" ma:internalName="TaxCatchAll" ma:showField="CatchAllData" ma:web="3f185228-d0ce-4b0b-b59f-3a34cdc9a5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48E1A7-97CF-485A-ABD4-0EF9F7BDF039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3f185228-d0ce-4b0b-b59f-3a34cdc9a5e8"/>
    <ds:schemaRef ds:uri="http://www.w3.org/XML/1998/namespace"/>
    <ds:schemaRef ds:uri="http://purl.org/dc/elements/1.1/"/>
    <ds:schemaRef ds:uri="c7472d64-0d3a-484e-8dae-9877b44b21bc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121CF87-742D-4855-B73C-287BC9BC32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472d64-0d3a-484e-8dae-9877b44b21bc"/>
    <ds:schemaRef ds:uri="3f185228-d0ce-4b0b-b59f-3a34cdc9a5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6A60DD-0819-44A7-BCCB-22A76EDEC8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247</Words>
  <Application>Microsoft Macintosh PowerPoint</Application>
  <PresentationFormat>Grand écran</PresentationFormat>
  <Paragraphs>61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BINV3140-D Microservices</vt:lpstr>
      <vt:lpstr>Architecture Microservices</vt:lpstr>
      <vt:lpstr>Avantages</vt:lpstr>
      <vt:lpstr>Inconvénients</vt:lpstr>
      <vt:lpstr>Pour qui ?</vt:lpstr>
      <vt:lpstr>Évaluation du cours</vt:lpstr>
      <vt:lpstr>Examen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Sébastien STREBELLE</dc:creator>
  <cp:lastModifiedBy>Sébastien STREBELLE</cp:lastModifiedBy>
  <cp:revision>6</cp:revision>
  <dcterms:created xsi:type="dcterms:W3CDTF">2024-09-17T08:11:48Z</dcterms:created>
  <dcterms:modified xsi:type="dcterms:W3CDTF">2025-11-05T14:36:27Z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0x010100D3ED1306D512654B98E69FC24695A753</vt:lpwstr>
  </property>
</Properties>
</file>