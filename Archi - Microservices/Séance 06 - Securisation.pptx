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86" r:id="rId6"/>
    <p:sldId id="298" r:id="rId7"/>
    <p:sldId id="305" r:id="rId8"/>
    <p:sldId id="299" r:id="rId9"/>
    <p:sldId id="306" r:id="rId10"/>
    <p:sldId id="300" r:id="rId11"/>
    <p:sldId id="304" r:id="rId12"/>
    <p:sldId id="301" r:id="rId13"/>
    <p:sldId id="302" r:id="rId14"/>
    <p:sldId id="303" r:id="rId15"/>
    <p:sldId id="307" r:id="rId16"/>
    <p:sldId id="310" r:id="rId17"/>
    <p:sldId id="311" r:id="rId18"/>
    <p:sldId id="312" r:id="rId19"/>
    <p:sldId id="313" r:id="rId20"/>
    <p:sldId id="314" r:id="rId2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6FDD7B-7810-F844-BB76-D5BCB4F15D90}" v="27" dt="2025-10-23T13:08:43.1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Style foncé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Style foncé 1 - Accentuation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52"/>
    <p:restoredTop sz="92542"/>
  </p:normalViewPr>
  <p:slideViewPr>
    <p:cSldViewPr snapToGrid="0">
      <p:cViewPr varScale="1">
        <p:scale>
          <a:sx n="155" d="100"/>
          <a:sy n="155" d="100"/>
        </p:scale>
        <p:origin x="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ébastien STREBELLE" userId="73885514-5da4-4c77-879d-93e833794f3a" providerId="ADAL" clId="{DDC4CFED-5C51-5FD5-B7B3-5EAC73D9F10A}"/>
    <pc:docChg chg="undo custSel addSld delSld modSld sldOrd">
      <pc:chgData name="Sébastien STREBELLE" userId="73885514-5da4-4c77-879d-93e833794f3a" providerId="ADAL" clId="{DDC4CFED-5C51-5FD5-B7B3-5EAC73D9F10A}" dt="2025-10-23T13:23:56.528" v="6642" actId="20577"/>
      <pc:docMkLst>
        <pc:docMk/>
      </pc:docMkLst>
      <pc:sldChg chg="modSp mod">
        <pc:chgData name="Sébastien STREBELLE" userId="73885514-5da4-4c77-879d-93e833794f3a" providerId="ADAL" clId="{DDC4CFED-5C51-5FD5-B7B3-5EAC73D9F10A}" dt="2025-10-23T11:27:36.458" v="4117" actId="20577"/>
        <pc:sldMkLst>
          <pc:docMk/>
          <pc:sldMk cId="2572945855" sldId="256"/>
        </pc:sldMkLst>
        <pc:spChg chg="mod">
          <ac:chgData name="Sébastien STREBELLE" userId="73885514-5da4-4c77-879d-93e833794f3a" providerId="ADAL" clId="{DDC4CFED-5C51-5FD5-B7B3-5EAC73D9F10A}" dt="2025-10-23T11:27:36.458" v="4117" actId="20577"/>
          <ac:spMkLst>
            <pc:docMk/>
            <pc:sldMk cId="2572945855" sldId="256"/>
            <ac:spMk id="29" creationId="{5AF42A25-0493-4E12-B65F-57D107A706D5}"/>
          </ac:spMkLst>
        </pc:spChg>
      </pc:sldChg>
      <pc:sldChg chg="modSp del mod">
        <pc:chgData name="Sébastien STREBELLE" userId="73885514-5da4-4c77-879d-93e833794f3a" providerId="ADAL" clId="{DDC4CFED-5C51-5FD5-B7B3-5EAC73D9F10A}" dt="2025-10-23T13:10:57.143" v="6539" actId="2696"/>
        <pc:sldMkLst>
          <pc:docMk/>
          <pc:sldMk cId="1099141653" sldId="257"/>
        </pc:sldMkLst>
      </pc:sldChg>
      <pc:sldChg chg="modSp del mod">
        <pc:chgData name="Sébastien STREBELLE" userId="73885514-5da4-4c77-879d-93e833794f3a" providerId="ADAL" clId="{DDC4CFED-5C51-5FD5-B7B3-5EAC73D9F10A}" dt="2025-10-23T11:28:17.036" v="4120" actId="2696"/>
        <pc:sldMkLst>
          <pc:docMk/>
          <pc:sldMk cId="1253294008" sldId="259"/>
        </pc:sldMkLst>
      </pc:sldChg>
      <pc:sldChg chg="modSp new mod ord">
        <pc:chgData name="Sébastien STREBELLE" userId="73885514-5da4-4c77-879d-93e833794f3a" providerId="ADAL" clId="{DDC4CFED-5C51-5FD5-B7B3-5EAC73D9F10A}" dt="2025-10-23T11:29:11.418" v="4122" actId="20577"/>
        <pc:sldMkLst>
          <pc:docMk/>
          <pc:sldMk cId="3298074198" sldId="286"/>
        </pc:sldMkLst>
        <pc:spChg chg="mod">
          <ac:chgData name="Sébastien STREBELLE" userId="73885514-5da4-4c77-879d-93e833794f3a" providerId="ADAL" clId="{DDC4CFED-5C51-5FD5-B7B3-5EAC73D9F10A}" dt="2025-10-01T12:02:12.097" v="2853"/>
          <ac:spMkLst>
            <pc:docMk/>
            <pc:sldMk cId="3298074198" sldId="286"/>
            <ac:spMk id="2" creationId="{E1961E18-D51E-E265-CD9C-5986892C5217}"/>
          </ac:spMkLst>
        </pc:spChg>
        <pc:spChg chg="mod">
          <ac:chgData name="Sébastien STREBELLE" userId="73885514-5da4-4c77-879d-93e833794f3a" providerId="ADAL" clId="{DDC4CFED-5C51-5FD5-B7B3-5EAC73D9F10A}" dt="2025-10-23T11:29:11.418" v="4122" actId="20577"/>
          <ac:spMkLst>
            <pc:docMk/>
            <pc:sldMk cId="3298074198" sldId="286"/>
            <ac:spMk id="3" creationId="{7907EE73-A4E5-3FD9-6C6A-E1A50EA584FA}"/>
          </ac:spMkLst>
        </pc:spChg>
      </pc:sldChg>
      <pc:sldChg chg="modSp add del mod">
        <pc:chgData name="Sébastien STREBELLE" userId="73885514-5da4-4c77-879d-93e833794f3a" providerId="ADAL" clId="{DDC4CFED-5C51-5FD5-B7B3-5EAC73D9F10A}" dt="2025-10-23T10:34:28.785" v="3245" actId="2696"/>
        <pc:sldMkLst>
          <pc:docMk/>
          <pc:sldMk cId="1821436881" sldId="296"/>
        </pc:sldMkLst>
      </pc:sldChg>
      <pc:sldChg chg="addSp delSp modSp new del mod modClrScheme chgLayout">
        <pc:chgData name="Sébastien STREBELLE" userId="73885514-5da4-4c77-879d-93e833794f3a" providerId="ADAL" clId="{DDC4CFED-5C51-5FD5-B7B3-5EAC73D9F10A}" dt="2025-10-23T10:34:29.476" v="3246" actId="2696"/>
        <pc:sldMkLst>
          <pc:docMk/>
          <pc:sldMk cId="898871858" sldId="297"/>
        </pc:sldMkLst>
      </pc:sldChg>
      <pc:sldChg chg="modSp new mod">
        <pc:chgData name="Sébastien STREBELLE" userId="73885514-5da4-4c77-879d-93e833794f3a" providerId="ADAL" clId="{DDC4CFED-5C51-5FD5-B7B3-5EAC73D9F10A}" dt="2025-10-01T12:02:56.789" v="2872" actId="20577"/>
        <pc:sldMkLst>
          <pc:docMk/>
          <pc:sldMk cId="1995916977" sldId="298"/>
        </pc:sldMkLst>
        <pc:spChg chg="mod">
          <ac:chgData name="Sébastien STREBELLE" userId="73885514-5da4-4c77-879d-93e833794f3a" providerId="ADAL" clId="{DDC4CFED-5C51-5FD5-B7B3-5EAC73D9F10A}" dt="2025-10-01T12:02:26.808" v="2855"/>
          <ac:spMkLst>
            <pc:docMk/>
            <pc:sldMk cId="1995916977" sldId="298"/>
            <ac:spMk id="2" creationId="{A1357E4E-7FD8-D559-8F7A-E39F81803517}"/>
          </ac:spMkLst>
        </pc:spChg>
        <pc:spChg chg="mod">
          <ac:chgData name="Sébastien STREBELLE" userId="73885514-5da4-4c77-879d-93e833794f3a" providerId="ADAL" clId="{DDC4CFED-5C51-5FD5-B7B3-5EAC73D9F10A}" dt="2025-10-01T12:02:56.789" v="2872" actId="20577"/>
          <ac:spMkLst>
            <pc:docMk/>
            <pc:sldMk cId="1995916977" sldId="298"/>
            <ac:spMk id="3" creationId="{9AB4A032-155F-0E57-ACDB-1404CD85D638}"/>
          </ac:spMkLst>
        </pc:spChg>
      </pc:sldChg>
      <pc:sldChg chg="modSp new mod">
        <pc:chgData name="Sébastien STREBELLE" userId="73885514-5da4-4c77-879d-93e833794f3a" providerId="ADAL" clId="{DDC4CFED-5C51-5FD5-B7B3-5EAC73D9F10A}" dt="2025-10-23T13:15:24.351" v="6555" actId="27636"/>
        <pc:sldMkLst>
          <pc:docMk/>
          <pc:sldMk cId="1305061169" sldId="299"/>
        </pc:sldMkLst>
        <pc:spChg chg="mod">
          <ac:chgData name="Sébastien STREBELLE" userId="73885514-5da4-4c77-879d-93e833794f3a" providerId="ADAL" clId="{DDC4CFED-5C51-5FD5-B7B3-5EAC73D9F10A}" dt="2025-10-01T12:17:56.821" v="3080" actId="20577"/>
          <ac:spMkLst>
            <pc:docMk/>
            <pc:sldMk cId="1305061169" sldId="299"/>
            <ac:spMk id="2" creationId="{03820C02-A57E-7840-39F8-5EA9155FDB1B}"/>
          </ac:spMkLst>
        </pc:spChg>
        <pc:spChg chg="mod">
          <ac:chgData name="Sébastien STREBELLE" userId="73885514-5da4-4c77-879d-93e833794f3a" providerId="ADAL" clId="{DDC4CFED-5C51-5FD5-B7B3-5EAC73D9F10A}" dt="2025-10-23T13:15:24.351" v="6555" actId="27636"/>
          <ac:spMkLst>
            <pc:docMk/>
            <pc:sldMk cId="1305061169" sldId="299"/>
            <ac:spMk id="3" creationId="{CD139E65-2D46-A17E-CCBE-C9C9F102D54D}"/>
          </ac:spMkLst>
        </pc:spChg>
      </pc:sldChg>
      <pc:sldChg chg="modSp new mod">
        <pc:chgData name="Sébastien STREBELLE" userId="73885514-5da4-4c77-879d-93e833794f3a" providerId="ADAL" clId="{DDC4CFED-5C51-5FD5-B7B3-5EAC73D9F10A}" dt="2025-10-23T12:19:29.366" v="5193" actId="113"/>
        <pc:sldMkLst>
          <pc:docMk/>
          <pc:sldMk cId="1837351142" sldId="300"/>
        </pc:sldMkLst>
        <pc:spChg chg="mod">
          <ac:chgData name="Sébastien STREBELLE" userId="73885514-5da4-4c77-879d-93e833794f3a" providerId="ADAL" clId="{DDC4CFED-5C51-5FD5-B7B3-5EAC73D9F10A}" dt="2025-10-23T12:03:09.032" v="4425" actId="20577"/>
          <ac:spMkLst>
            <pc:docMk/>
            <pc:sldMk cId="1837351142" sldId="300"/>
            <ac:spMk id="2" creationId="{A26C671D-7E22-4B6D-8B31-36E40E45E965}"/>
          </ac:spMkLst>
        </pc:spChg>
        <pc:spChg chg="mod">
          <ac:chgData name="Sébastien STREBELLE" userId="73885514-5da4-4c77-879d-93e833794f3a" providerId="ADAL" clId="{DDC4CFED-5C51-5FD5-B7B3-5EAC73D9F10A}" dt="2025-10-23T12:19:29.366" v="5193" actId="113"/>
          <ac:spMkLst>
            <pc:docMk/>
            <pc:sldMk cId="1837351142" sldId="300"/>
            <ac:spMk id="3" creationId="{B73FC3FC-FC26-A9EE-E153-2456E46FF528}"/>
          </ac:spMkLst>
        </pc:spChg>
      </pc:sldChg>
      <pc:sldChg chg="modSp add mod">
        <pc:chgData name="Sébastien STREBELLE" userId="73885514-5da4-4c77-879d-93e833794f3a" providerId="ADAL" clId="{DDC4CFED-5C51-5FD5-B7B3-5EAC73D9F10A}" dt="2025-10-23T10:58:57.310" v="3530" actId="20577"/>
        <pc:sldMkLst>
          <pc:docMk/>
          <pc:sldMk cId="4121423420" sldId="301"/>
        </pc:sldMkLst>
        <pc:spChg chg="mod">
          <ac:chgData name="Sébastien STREBELLE" userId="73885514-5da4-4c77-879d-93e833794f3a" providerId="ADAL" clId="{DDC4CFED-5C51-5FD5-B7B3-5EAC73D9F10A}" dt="2025-10-23T10:58:57.310" v="3530" actId="20577"/>
          <ac:spMkLst>
            <pc:docMk/>
            <pc:sldMk cId="4121423420" sldId="301"/>
            <ac:spMk id="2" creationId="{0CAB7290-AB78-5A60-D8DA-E9D1D0F4EBFA}"/>
          </ac:spMkLst>
        </pc:spChg>
      </pc:sldChg>
      <pc:sldChg chg="addSp delSp modSp new mod modClrScheme chgLayout">
        <pc:chgData name="Sébastien STREBELLE" userId="73885514-5da4-4c77-879d-93e833794f3a" providerId="ADAL" clId="{DDC4CFED-5C51-5FD5-B7B3-5EAC73D9F10A}" dt="2025-10-23T12:24:27.091" v="5223" actId="20577"/>
        <pc:sldMkLst>
          <pc:docMk/>
          <pc:sldMk cId="2965686338" sldId="302"/>
        </pc:sldMkLst>
        <pc:spChg chg="del mod ord">
          <ac:chgData name="Sébastien STREBELLE" userId="73885514-5da4-4c77-879d-93e833794f3a" providerId="ADAL" clId="{DDC4CFED-5C51-5FD5-B7B3-5EAC73D9F10A}" dt="2025-10-23T10:59:06.993" v="3532" actId="700"/>
          <ac:spMkLst>
            <pc:docMk/>
            <pc:sldMk cId="2965686338" sldId="302"/>
            <ac:spMk id="2" creationId="{9651C2A1-E575-7D63-B66E-F78D4AA7ACDF}"/>
          </ac:spMkLst>
        </pc:spChg>
        <pc:spChg chg="del mod ord">
          <ac:chgData name="Sébastien STREBELLE" userId="73885514-5da4-4c77-879d-93e833794f3a" providerId="ADAL" clId="{DDC4CFED-5C51-5FD5-B7B3-5EAC73D9F10A}" dt="2025-10-23T10:59:06.993" v="3532" actId="700"/>
          <ac:spMkLst>
            <pc:docMk/>
            <pc:sldMk cId="2965686338" sldId="302"/>
            <ac:spMk id="3" creationId="{C86827EB-7D35-D4DD-CF8E-3C830BF6CBC0}"/>
          </ac:spMkLst>
        </pc:spChg>
        <pc:spChg chg="add mod ord">
          <ac:chgData name="Sébastien STREBELLE" userId="73885514-5da4-4c77-879d-93e833794f3a" providerId="ADAL" clId="{DDC4CFED-5C51-5FD5-B7B3-5EAC73D9F10A}" dt="2025-10-23T12:24:27.091" v="5223" actId="20577"/>
          <ac:spMkLst>
            <pc:docMk/>
            <pc:sldMk cId="2965686338" sldId="302"/>
            <ac:spMk id="4" creationId="{E8DE6BB0-241E-C38F-08D1-29EAB80BA61B}"/>
          </ac:spMkLst>
        </pc:spChg>
        <pc:spChg chg="add mod ord">
          <ac:chgData name="Sébastien STREBELLE" userId="73885514-5da4-4c77-879d-93e833794f3a" providerId="ADAL" clId="{DDC4CFED-5C51-5FD5-B7B3-5EAC73D9F10A}" dt="2025-10-23T11:00:22.527" v="3684" actId="20577"/>
          <ac:spMkLst>
            <pc:docMk/>
            <pc:sldMk cId="2965686338" sldId="302"/>
            <ac:spMk id="5" creationId="{AC2531D0-9096-BEFB-6972-3FFC117D8526}"/>
          </ac:spMkLst>
        </pc:spChg>
      </pc:sldChg>
      <pc:sldChg chg="addSp delSp modSp new mod">
        <pc:chgData name="Sébastien STREBELLE" userId="73885514-5da4-4c77-879d-93e833794f3a" providerId="ADAL" clId="{DDC4CFED-5C51-5FD5-B7B3-5EAC73D9F10A}" dt="2025-10-23T12:35:59.107" v="5303" actId="1076"/>
        <pc:sldMkLst>
          <pc:docMk/>
          <pc:sldMk cId="3426184775" sldId="303"/>
        </pc:sldMkLst>
        <pc:spChg chg="mod">
          <ac:chgData name="Sébastien STREBELLE" userId="73885514-5da4-4c77-879d-93e833794f3a" providerId="ADAL" clId="{DDC4CFED-5C51-5FD5-B7B3-5EAC73D9F10A}" dt="2025-10-23T12:24:32.048" v="5231" actId="20577"/>
          <ac:spMkLst>
            <pc:docMk/>
            <pc:sldMk cId="3426184775" sldId="303"/>
            <ac:spMk id="2" creationId="{66B0EDE4-0F92-5038-51F5-9AE6A6957187}"/>
          </ac:spMkLst>
        </pc:spChg>
        <pc:spChg chg="mod">
          <ac:chgData name="Sébastien STREBELLE" userId="73885514-5da4-4c77-879d-93e833794f3a" providerId="ADAL" clId="{DDC4CFED-5C51-5FD5-B7B3-5EAC73D9F10A}" dt="2025-10-23T12:25:15.779" v="5289" actId="20577"/>
          <ac:spMkLst>
            <pc:docMk/>
            <pc:sldMk cId="3426184775" sldId="303"/>
            <ac:spMk id="3" creationId="{AF37F639-804B-F017-D772-4C3200ACB9B1}"/>
          </ac:spMkLst>
        </pc:spChg>
        <pc:picChg chg="add del mod">
          <ac:chgData name="Sébastien STREBELLE" userId="73885514-5da4-4c77-879d-93e833794f3a" providerId="ADAL" clId="{DDC4CFED-5C51-5FD5-B7B3-5EAC73D9F10A}" dt="2025-10-23T12:26:29.321" v="5297" actId="478"/>
          <ac:picMkLst>
            <pc:docMk/>
            <pc:sldMk cId="3426184775" sldId="303"/>
            <ac:picMk id="5" creationId="{62B4D33A-CD94-E1CE-BB3A-D33407909FCA}"/>
          </ac:picMkLst>
        </pc:picChg>
        <pc:picChg chg="add mod">
          <ac:chgData name="Sébastien STREBELLE" userId="73885514-5da4-4c77-879d-93e833794f3a" providerId="ADAL" clId="{DDC4CFED-5C51-5FD5-B7B3-5EAC73D9F10A}" dt="2025-10-23T12:35:59.107" v="5303" actId="1076"/>
          <ac:picMkLst>
            <pc:docMk/>
            <pc:sldMk cId="3426184775" sldId="303"/>
            <ac:picMk id="7" creationId="{2E9547FD-ACC1-40B9-4FE6-19D2529ADED0}"/>
          </ac:picMkLst>
        </pc:picChg>
      </pc:sldChg>
      <pc:sldChg chg="modSp new mod">
        <pc:chgData name="Sébastien STREBELLE" userId="73885514-5da4-4c77-879d-93e833794f3a" providerId="ADAL" clId="{DDC4CFED-5C51-5FD5-B7B3-5EAC73D9F10A}" dt="2025-10-23T12:15:09.748" v="5178" actId="20577"/>
        <pc:sldMkLst>
          <pc:docMk/>
          <pc:sldMk cId="4122060867" sldId="304"/>
        </pc:sldMkLst>
        <pc:spChg chg="mod">
          <ac:chgData name="Sébastien STREBELLE" userId="73885514-5da4-4c77-879d-93e833794f3a" providerId="ADAL" clId="{DDC4CFED-5C51-5FD5-B7B3-5EAC73D9F10A}" dt="2025-10-23T12:07:21.608" v="4842" actId="20577"/>
          <ac:spMkLst>
            <pc:docMk/>
            <pc:sldMk cId="4122060867" sldId="304"/>
            <ac:spMk id="2" creationId="{C9AC1CE9-F7BA-57E6-D848-857DD1021977}"/>
          </ac:spMkLst>
        </pc:spChg>
        <pc:spChg chg="mod">
          <ac:chgData name="Sébastien STREBELLE" userId="73885514-5da4-4c77-879d-93e833794f3a" providerId="ADAL" clId="{DDC4CFED-5C51-5FD5-B7B3-5EAC73D9F10A}" dt="2025-10-23T12:15:09.748" v="5178" actId="20577"/>
          <ac:spMkLst>
            <pc:docMk/>
            <pc:sldMk cId="4122060867" sldId="304"/>
            <ac:spMk id="3" creationId="{23125E54-D2A9-56F4-A003-B06CC7B86C2D}"/>
          </ac:spMkLst>
        </pc:spChg>
      </pc:sldChg>
      <pc:sldChg chg="modSp add mod">
        <pc:chgData name="Sébastien STREBELLE" userId="73885514-5da4-4c77-879d-93e833794f3a" providerId="ADAL" clId="{DDC4CFED-5C51-5FD5-B7B3-5EAC73D9F10A}" dt="2025-10-23T11:28:08.215" v="4119" actId="20577"/>
        <pc:sldMkLst>
          <pc:docMk/>
          <pc:sldMk cId="358589902" sldId="305"/>
        </pc:sldMkLst>
        <pc:spChg chg="mod">
          <ac:chgData name="Sébastien STREBELLE" userId="73885514-5da4-4c77-879d-93e833794f3a" providerId="ADAL" clId="{DDC4CFED-5C51-5FD5-B7B3-5EAC73D9F10A}" dt="2025-10-23T11:28:08.215" v="4119" actId="20577"/>
          <ac:spMkLst>
            <pc:docMk/>
            <pc:sldMk cId="358589902" sldId="305"/>
            <ac:spMk id="2" creationId="{0344DEE2-28D5-79C6-8267-60CE0253077A}"/>
          </ac:spMkLst>
        </pc:spChg>
      </pc:sldChg>
      <pc:sldChg chg="modSp add mod">
        <pc:chgData name="Sébastien STREBELLE" userId="73885514-5da4-4c77-879d-93e833794f3a" providerId="ADAL" clId="{DDC4CFED-5C51-5FD5-B7B3-5EAC73D9F10A}" dt="2025-10-23T12:02:30.796" v="4414" actId="20577"/>
        <pc:sldMkLst>
          <pc:docMk/>
          <pc:sldMk cId="203180650" sldId="306"/>
        </pc:sldMkLst>
        <pc:spChg chg="mod">
          <ac:chgData name="Sébastien STREBELLE" userId="73885514-5da4-4c77-879d-93e833794f3a" providerId="ADAL" clId="{DDC4CFED-5C51-5FD5-B7B3-5EAC73D9F10A}" dt="2025-10-23T12:02:30.796" v="4414" actId="20577"/>
          <ac:spMkLst>
            <pc:docMk/>
            <pc:sldMk cId="203180650" sldId="306"/>
            <ac:spMk id="2" creationId="{1AB427C3-DF38-F834-5BC7-2985EF5171BA}"/>
          </ac:spMkLst>
        </pc:spChg>
      </pc:sldChg>
      <pc:sldChg chg="addSp modSp add mod">
        <pc:chgData name="Sébastien STREBELLE" userId="73885514-5da4-4c77-879d-93e833794f3a" providerId="ADAL" clId="{DDC4CFED-5C51-5FD5-B7B3-5EAC73D9F10A}" dt="2025-10-23T12:53:04.035" v="5742" actId="20577"/>
        <pc:sldMkLst>
          <pc:docMk/>
          <pc:sldMk cId="3805850996" sldId="307"/>
        </pc:sldMkLst>
        <pc:spChg chg="mod">
          <ac:chgData name="Sébastien STREBELLE" userId="73885514-5da4-4c77-879d-93e833794f3a" providerId="ADAL" clId="{DDC4CFED-5C51-5FD5-B7B3-5EAC73D9F10A}" dt="2025-10-23T12:52:34.937" v="5741" actId="20577"/>
          <ac:spMkLst>
            <pc:docMk/>
            <pc:sldMk cId="3805850996" sldId="307"/>
            <ac:spMk id="2" creationId="{F4F9A4E9-96C8-AB87-47CE-96116B7A8332}"/>
          </ac:spMkLst>
        </pc:spChg>
        <pc:spChg chg="mod">
          <ac:chgData name="Sébastien STREBELLE" userId="73885514-5da4-4c77-879d-93e833794f3a" providerId="ADAL" clId="{DDC4CFED-5C51-5FD5-B7B3-5EAC73D9F10A}" dt="2025-10-23T12:53:04.035" v="5742" actId="20577"/>
          <ac:spMkLst>
            <pc:docMk/>
            <pc:sldMk cId="3805850996" sldId="307"/>
            <ac:spMk id="3" creationId="{1A3DC6BE-3129-0CB7-FF1D-95B2C73DF179}"/>
          </ac:spMkLst>
        </pc:spChg>
        <pc:spChg chg="add mod">
          <ac:chgData name="Sébastien STREBELLE" userId="73885514-5da4-4c77-879d-93e833794f3a" providerId="ADAL" clId="{DDC4CFED-5C51-5FD5-B7B3-5EAC73D9F10A}" dt="2025-10-23T12:40:06.647" v="5315" actId="767"/>
          <ac:spMkLst>
            <pc:docMk/>
            <pc:sldMk cId="3805850996" sldId="307"/>
            <ac:spMk id="4" creationId="{D261828F-70C9-24BF-DAFD-B9419684D2CE}"/>
          </ac:spMkLst>
        </pc:spChg>
        <pc:spChg chg="add mod">
          <ac:chgData name="Sébastien STREBELLE" userId="73885514-5da4-4c77-879d-93e833794f3a" providerId="ADAL" clId="{DDC4CFED-5C51-5FD5-B7B3-5EAC73D9F10A}" dt="2025-10-23T12:40:21.930" v="5321" actId="767"/>
          <ac:spMkLst>
            <pc:docMk/>
            <pc:sldMk cId="3805850996" sldId="307"/>
            <ac:spMk id="5" creationId="{03DB078A-6C76-2FBE-025C-0BD9B16AAD8D}"/>
          </ac:spMkLst>
        </pc:spChg>
        <pc:picChg chg="mod">
          <ac:chgData name="Sébastien STREBELLE" userId="73885514-5da4-4c77-879d-93e833794f3a" providerId="ADAL" clId="{DDC4CFED-5C51-5FD5-B7B3-5EAC73D9F10A}" dt="2025-10-23T12:40:01.092" v="5313" actId="1076"/>
          <ac:picMkLst>
            <pc:docMk/>
            <pc:sldMk cId="3805850996" sldId="307"/>
            <ac:picMk id="7" creationId="{D301E088-E1DB-2B49-CF91-FFACFB2B40DC}"/>
          </ac:picMkLst>
        </pc:picChg>
      </pc:sldChg>
      <pc:sldChg chg="modSp add del">
        <pc:chgData name="Sébastien STREBELLE" userId="73885514-5da4-4c77-879d-93e833794f3a" providerId="ADAL" clId="{DDC4CFED-5C51-5FD5-B7B3-5EAC73D9F10A}" dt="2025-10-23T12:47:38.977" v="5654" actId="2696"/>
        <pc:sldMkLst>
          <pc:docMk/>
          <pc:sldMk cId="969862918" sldId="308"/>
        </pc:sldMkLst>
        <pc:picChg chg="mod">
          <ac:chgData name="Sébastien STREBELLE" userId="73885514-5da4-4c77-879d-93e833794f3a" providerId="ADAL" clId="{DDC4CFED-5C51-5FD5-B7B3-5EAC73D9F10A}" dt="2025-10-23T12:37:00.918" v="5307" actId="14826"/>
          <ac:picMkLst>
            <pc:docMk/>
            <pc:sldMk cId="969862918" sldId="308"/>
            <ac:picMk id="7" creationId="{FF54A695-8B63-3A6D-6D7C-FF412F5DD50E}"/>
          </ac:picMkLst>
        </pc:picChg>
      </pc:sldChg>
      <pc:sldChg chg="modSp add del">
        <pc:chgData name="Sébastien STREBELLE" userId="73885514-5da4-4c77-879d-93e833794f3a" providerId="ADAL" clId="{DDC4CFED-5C51-5FD5-B7B3-5EAC73D9F10A}" dt="2025-10-23T12:51:26.875" v="5733" actId="2696"/>
        <pc:sldMkLst>
          <pc:docMk/>
          <pc:sldMk cId="894985579" sldId="309"/>
        </pc:sldMkLst>
        <pc:picChg chg="mod">
          <ac:chgData name="Sébastien STREBELLE" userId="73885514-5da4-4c77-879d-93e833794f3a" providerId="ADAL" clId="{DDC4CFED-5C51-5FD5-B7B3-5EAC73D9F10A}" dt="2025-10-23T12:37:12.766" v="5309" actId="14826"/>
          <ac:picMkLst>
            <pc:docMk/>
            <pc:sldMk cId="894985579" sldId="309"/>
            <ac:picMk id="7" creationId="{B4312534-231C-640D-695D-AAA7BDDDA292}"/>
          </ac:picMkLst>
        </pc:picChg>
      </pc:sldChg>
      <pc:sldChg chg="modSp add mod">
        <pc:chgData name="Sébastien STREBELLE" userId="73885514-5da4-4c77-879d-93e833794f3a" providerId="ADAL" clId="{DDC4CFED-5C51-5FD5-B7B3-5EAC73D9F10A}" dt="2025-10-23T12:50:49.620" v="5721" actId="20577"/>
        <pc:sldMkLst>
          <pc:docMk/>
          <pc:sldMk cId="3526603041" sldId="310"/>
        </pc:sldMkLst>
        <pc:spChg chg="mod">
          <ac:chgData name="Sébastien STREBELLE" userId="73885514-5da4-4c77-879d-93e833794f3a" providerId="ADAL" clId="{DDC4CFED-5C51-5FD5-B7B3-5EAC73D9F10A}" dt="2025-10-23T12:50:49.620" v="5721" actId="20577"/>
          <ac:spMkLst>
            <pc:docMk/>
            <pc:sldMk cId="3526603041" sldId="310"/>
            <ac:spMk id="3" creationId="{ECBA191A-230B-E211-B04F-168122E4C50B}"/>
          </ac:spMkLst>
        </pc:spChg>
        <pc:picChg chg="mod">
          <ac:chgData name="Sébastien STREBELLE" userId="73885514-5da4-4c77-879d-93e833794f3a" providerId="ADAL" clId="{DDC4CFED-5C51-5FD5-B7B3-5EAC73D9F10A}" dt="2025-10-23T12:43:59.234" v="5560" actId="14826"/>
          <ac:picMkLst>
            <pc:docMk/>
            <pc:sldMk cId="3526603041" sldId="310"/>
            <ac:picMk id="7" creationId="{15DC3843-2DDC-E041-9D9E-8434DB61CD87}"/>
          </ac:picMkLst>
        </pc:picChg>
      </pc:sldChg>
      <pc:sldChg chg="addSp delSp modSp add mod">
        <pc:chgData name="Sébastien STREBELLE" userId="73885514-5da4-4c77-879d-93e833794f3a" providerId="ADAL" clId="{DDC4CFED-5C51-5FD5-B7B3-5EAC73D9F10A}" dt="2025-10-23T12:51:30.685" v="5736" actId="20577"/>
        <pc:sldMkLst>
          <pc:docMk/>
          <pc:sldMk cId="2791021107" sldId="311"/>
        </pc:sldMkLst>
        <pc:spChg chg="mod">
          <ac:chgData name="Sébastien STREBELLE" userId="73885514-5da4-4c77-879d-93e833794f3a" providerId="ADAL" clId="{DDC4CFED-5C51-5FD5-B7B3-5EAC73D9F10A}" dt="2025-10-23T12:51:30.685" v="5736" actId="20577"/>
          <ac:spMkLst>
            <pc:docMk/>
            <pc:sldMk cId="2791021107" sldId="311"/>
            <ac:spMk id="2" creationId="{77928596-3E63-B7BF-067C-F25AF30EF160}"/>
          </ac:spMkLst>
        </pc:spChg>
        <pc:spChg chg="mod">
          <ac:chgData name="Sébastien STREBELLE" userId="73885514-5da4-4c77-879d-93e833794f3a" providerId="ADAL" clId="{DDC4CFED-5C51-5FD5-B7B3-5EAC73D9F10A}" dt="2025-10-23T12:51:15.736" v="5732" actId="313"/>
          <ac:spMkLst>
            <pc:docMk/>
            <pc:sldMk cId="2791021107" sldId="311"/>
            <ac:spMk id="3" creationId="{C11A3D53-B20E-CC3C-2199-52C310FF178B}"/>
          </ac:spMkLst>
        </pc:spChg>
        <pc:picChg chg="add mod">
          <ac:chgData name="Sébastien STREBELLE" userId="73885514-5da4-4c77-879d-93e833794f3a" providerId="ADAL" clId="{DDC4CFED-5C51-5FD5-B7B3-5EAC73D9F10A}" dt="2025-10-23T12:48:22.684" v="5661" actId="167"/>
          <ac:picMkLst>
            <pc:docMk/>
            <pc:sldMk cId="2791021107" sldId="311"/>
            <ac:picMk id="4" creationId="{7482C613-26E6-5ABA-BF22-02E882FBD84C}"/>
          </ac:picMkLst>
        </pc:picChg>
        <pc:picChg chg="del">
          <ac:chgData name="Sébastien STREBELLE" userId="73885514-5da4-4c77-879d-93e833794f3a" providerId="ADAL" clId="{DDC4CFED-5C51-5FD5-B7B3-5EAC73D9F10A}" dt="2025-10-23T12:47:56.357" v="5657" actId="478"/>
          <ac:picMkLst>
            <pc:docMk/>
            <pc:sldMk cId="2791021107" sldId="311"/>
            <ac:picMk id="7" creationId="{D32BDD63-D917-FCE9-E09F-652907BDA358}"/>
          </ac:picMkLst>
        </pc:picChg>
      </pc:sldChg>
      <pc:sldChg chg="addSp delSp modSp new mod">
        <pc:chgData name="Sébastien STREBELLE" userId="73885514-5da4-4c77-879d-93e833794f3a" providerId="ADAL" clId="{DDC4CFED-5C51-5FD5-B7B3-5EAC73D9F10A}" dt="2025-10-23T12:57:26.261" v="6004" actId="20577"/>
        <pc:sldMkLst>
          <pc:docMk/>
          <pc:sldMk cId="2980810542" sldId="312"/>
        </pc:sldMkLst>
        <pc:spChg chg="mod">
          <ac:chgData name="Sébastien STREBELLE" userId="73885514-5da4-4c77-879d-93e833794f3a" providerId="ADAL" clId="{DDC4CFED-5C51-5FD5-B7B3-5EAC73D9F10A}" dt="2025-10-23T12:57:26.261" v="6004" actId="20577"/>
          <ac:spMkLst>
            <pc:docMk/>
            <pc:sldMk cId="2980810542" sldId="312"/>
            <ac:spMk id="2" creationId="{ABDD568D-92AD-98D4-D39F-404EA3B3F454}"/>
          </ac:spMkLst>
        </pc:spChg>
        <pc:spChg chg="del">
          <ac:chgData name="Sébastien STREBELLE" userId="73885514-5da4-4c77-879d-93e833794f3a" providerId="ADAL" clId="{DDC4CFED-5C51-5FD5-B7B3-5EAC73D9F10A}" dt="2025-10-23T12:54:01.790" v="5758" actId="3680"/>
          <ac:spMkLst>
            <pc:docMk/>
            <pc:sldMk cId="2980810542" sldId="312"/>
            <ac:spMk id="3" creationId="{56A9D636-43BD-0835-2EDD-7AF6A9DDA44C}"/>
          </ac:spMkLst>
        </pc:spChg>
        <pc:graphicFrameChg chg="add mod ord modGraphic">
          <ac:chgData name="Sébastien STREBELLE" userId="73885514-5da4-4c77-879d-93e833794f3a" providerId="ADAL" clId="{DDC4CFED-5C51-5FD5-B7B3-5EAC73D9F10A}" dt="2025-10-23T12:57:18.640" v="5997" actId="1076"/>
          <ac:graphicFrameMkLst>
            <pc:docMk/>
            <pc:sldMk cId="2980810542" sldId="312"/>
            <ac:graphicFrameMk id="4" creationId="{6F3D0601-ABC5-44AE-4386-403C2F0AD8FF}"/>
          </ac:graphicFrameMkLst>
        </pc:graphicFrameChg>
      </pc:sldChg>
      <pc:sldChg chg="modSp new mod">
        <pc:chgData name="Sébastien STREBELLE" userId="73885514-5da4-4c77-879d-93e833794f3a" providerId="ADAL" clId="{DDC4CFED-5C51-5FD5-B7B3-5EAC73D9F10A}" dt="2025-10-23T13:03:10.552" v="6293" actId="313"/>
        <pc:sldMkLst>
          <pc:docMk/>
          <pc:sldMk cId="2326098741" sldId="313"/>
        </pc:sldMkLst>
        <pc:spChg chg="mod">
          <ac:chgData name="Sébastien STREBELLE" userId="73885514-5da4-4c77-879d-93e833794f3a" providerId="ADAL" clId="{DDC4CFED-5C51-5FD5-B7B3-5EAC73D9F10A}" dt="2025-10-23T13:02:17.898" v="6249" actId="20577"/>
          <ac:spMkLst>
            <pc:docMk/>
            <pc:sldMk cId="2326098741" sldId="313"/>
            <ac:spMk id="2" creationId="{41CB7C55-CDD2-412C-536B-825C563CEC1B}"/>
          </ac:spMkLst>
        </pc:spChg>
        <pc:spChg chg="mod">
          <ac:chgData name="Sébastien STREBELLE" userId="73885514-5da4-4c77-879d-93e833794f3a" providerId="ADAL" clId="{DDC4CFED-5C51-5FD5-B7B3-5EAC73D9F10A}" dt="2025-10-23T13:03:10.552" v="6293" actId="313"/>
          <ac:spMkLst>
            <pc:docMk/>
            <pc:sldMk cId="2326098741" sldId="313"/>
            <ac:spMk id="3" creationId="{EC133044-E44A-E3D6-3853-CBB961991E00}"/>
          </ac:spMkLst>
        </pc:spChg>
      </pc:sldChg>
      <pc:sldChg chg="modSp new mod">
        <pc:chgData name="Sébastien STREBELLE" userId="73885514-5da4-4c77-879d-93e833794f3a" providerId="ADAL" clId="{DDC4CFED-5C51-5FD5-B7B3-5EAC73D9F10A}" dt="2025-10-23T13:23:56.528" v="6642" actId="20577"/>
        <pc:sldMkLst>
          <pc:docMk/>
          <pc:sldMk cId="512796904" sldId="314"/>
        </pc:sldMkLst>
        <pc:spChg chg="mod">
          <ac:chgData name="Sébastien STREBELLE" userId="73885514-5da4-4c77-879d-93e833794f3a" providerId="ADAL" clId="{DDC4CFED-5C51-5FD5-B7B3-5EAC73D9F10A}" dt="2025-10-23T13:11:56.023" v="6548" actId="404"/>
          <ac:spMkLst>
            <pc:docMk/>
            <pc:sldMk cId="512796904" sldId="314"/>
            <ac:spMk id="2" creationId="{97D63790-9430-9E9F-6E6F-67B97148E5A6}"/>
          </ac:spMkLst>
        </pc:spChg>
        <pc:spChg chg="mod">
          <ac:chgData name="Sébastien STREBELLE" userId="73885514-5da4-4c77-879d-93e833794f3a" providerId="ADAL" clId="{DDC4CFED-5C51-5FD5-B7B3-5EAC73D9F10A}" dt="2025-10-23T13:23:56.528" v="6642" actId="20577"/>
          <ac:spMkLst>
            <pc:docMk/>
            <pc:sldMk cId="512796904" sldId="314"/>
            <ac:spMk id="3" creationId="{6998BC4D-B720-26B3-F0FA-CA539CD59BE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BDD194-EA6A-86AB-5C0A-AA073E99FE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B48FA9E-B542-A797-4065-5F8F1CE94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836F02-43B6-96C1-4583-D5D377176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8617AD9-451E-E7E9-FF3F-36A50C1BC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837580-1A55-B823-9F08-98B58C0AD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6607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B6B9DA-2895-8DAB-7575-FD201E10A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89EF85-DD7F-CE82-9DA8-CB77ADDC4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D01BEC-F772-12BB-42F8-3EBF53E30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C5E836-084C-631F-777E-13A83CE10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17E9DB9-06B8-2E6A-A707-0022F9488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8947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2B4B67-9D80-58C2-833C-02BF1C66B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AC2C5B-CD7C-359F-5E20-90EB271FC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2062AD-CE40-ECBE-2461-0994109D4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5D91C24-750B-772B-39EB-AEE3BC9CF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593CF6-DEA0-54A3-3B0D-16DFD868F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7708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166CE9-D8AC-23AC-AB85-26F071E93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1A527B-45D4-FDBA-8A43-2ECF0043B0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9291D06-5D41-A286-35F6-7E5962AA6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C3FDB4F-5A52-B6D6-AFCB-23B0CCA48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A9C4B8D-86B0-6D8E-5799-1DF9046FC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2345797-C532-3683-0F22-9C0C21F53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4279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0B10FA-7140-2A3F-F17D-1D8F55CB5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BFBEC60-B3E8-70A1-1920-E8E65B530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6CF08F6-1E9E-7991-A7E4-BBBA4D19CC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098D948-741B-2551-4395-03AA7CD96B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30237D2-8F80-CFAF-989C-B873AC5111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AE2C985-C329-B01A-EA6E-7ECDC0348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CB8720D-48B9-7113-5012-7F64AF829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CB2D759-968F-C3C6-332A-421C1DBC0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0531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0909FF-76F0-288B-EC6A-08369077E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084260B-9290-664A-39BE-1FF8DAB65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3B8D1B0-0211-0B30-25B2-2ECAEB7B2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CE3CF8A-DED0-61B4-9477-6691CB227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9128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0220C5D-59C1-F173-6A80-8466E3261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672C3F8-96D7-AC0F-493C-CF032DF83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FC3F02-C042-5FAF-3F8E-41A0754FD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8378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933505-46DC-10BC-72D3-1D3FB4F87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1B0B73-F197-9E0C-F1BA-E28327D18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B5E27E2-EF15-C4DC-87AA-2C59806BB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74645E9-9E50-C375-B1CA-FDADC0EB4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9AB4B8-BE69-12A4-352D-EB182E593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09B8AD6-D1DB-F85F-A953-B1E35D7F0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046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22E2AB-2449-7EB0-5DB0-51AA51078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CDD0DB1-5B79-C179-CD88-24666CF7FB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7885001-8D2A-1E55-6125-046C217D70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02DC0E5-E406-FB5E-7305-06FF33CA3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52FFBD0-B81E-CE89-E074-CA3C19852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679F1D4-45C0-72EF-AA62-F0166092F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8096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5CC69A-4A37-AD34-F416-9C1F0CDA4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1A1A407-50D8-29B0-6B7C-3F7A084F6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0DBD08-71D1-D86D-0D7C-C105368C2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373B908-5B53-7827-C0C4-599125A66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7FF548-2FA6-E231-8CE0-D4F3B1E0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8505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25DECE3-B4CC-42CC-F62E-0789E3301D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DCD9F15-8723-AC1D-CBAE-42E77D4205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97D50E-F3A1-FD48-FA20-24BDD23FF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3B96C1-F640-644F-B8D3-63C4BA94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2BE97C-C5D6-E732-0A24-D614B0627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3272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5A563CA-A6A1-A408-DEDB-BD16137F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E929816-B7ED-5106-8A3D-B868532C6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6D8E43-72A4-8637-96D7-209301290A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374B4E-4789-FB44-B071-FF5485E6ED2C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E0261B1-1036-E54A-1F0D-1269DA35AA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C35F02-B551-9B60-B538-24D184CCF5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6737FC-290C-B14A-9145-D3F21EAA14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0493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EE6AC7-315F-49D3-AD4C-A25F1AA114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408" y="992094"/>
            <a:ext cx="3616913" cy="2795160"/>
          </a:xfrm>
        </p:spPr>
        <p:txBody>
          <a:bodyPr>
            <a:normAutofit/>
          </a:bodyPr>
          <a:lstStyle/>
          <a:p>
            <a:pPr algn="l"/>
            <a:r>
              <a:rPr lang="fr-BE" sz="4400" dirty="0"/>
              <a:t>BINV3140-D</a:t>
            </a:r>
            <a:br>
              <a:rPr lang="fr-BE" sz="4400" dirty="0"/>
            </a:br>
            <a:r>
              <a:rPr lang="fr-BE" sz="4400" dirty="0" err="1"/>
              <a:t>Microservices</a:t>
            </a:r>
            <a:endParaRPr lang="fr-BE" sz="4400" dirty="0"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F57CF551-3363-4D14-AB20-4E3BC78961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915935" y="1257301"/>
            <a:ext cx="5668280" cy="4313422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5AF42A25-0493-4E12-B65F-57D107A706D5}"/>
              </a:ext>
            </a:extLst>
          </p:cNvPr>
          <p:cNvSpPr txBox="1"/>
          <p:nvPr/>
        </p:nvSpPr>
        <p:spPr>
          <a:xfrm>
            <a:off x="773408" y="3787253"/>
            <a:ext cx="3836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dirty="0"/>
              <a:t>Cours 6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7B9BDEE1-A208-4642-B50F-3B97DAAAF184}"/>
              </a:ext>
            </a:extLst>
          </p:cNvPr>
          <p:cNvSpPr txBox="1"/>
          <p:nvPr/>
        </p:nvSpPr>
        <p:spPr>
          <a:xfrm>
            <a:off x="773408" y="5325957"/>
            <a:ext cx="21159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2025-2026</a:t>
            </a:r>
          </a:p>
          <a:p>
            <a:r>
              <a:rPr lang="fr-BE" dirty="0"/>
              <a:t>Choquet Olivier</a:t>
            </a:r>
          </a:p>
          <a:p>
            <a:r>
              <a:rPr lang="fr-BE" dirty="0"/>
              <a:t>Miri Tarik</a:t>
            </a:r>
          </a:p>
          <a:p>
            <a:r>
              <a:rPr lang="fr-BE" dirty="0"/>
              <a:t>Strebelle Sébastien</a:t>
            </a:r>
          </a:p>
        </p:txBody>
      </p:sp>
    </p:spTree>
    <p:extLst>
      <p:ext uri="{BB962C8B-B14F-4D97-AF65-F5344CB8AC3E}">
        <p14:creationId xmlns:p14="http://schemas.microsoft.com/office/powerpoint/2010/main" val="2572945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961E18-D51E-E265-CD9C-5986892C5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Enjeux de sécurité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07EE73-A4E5-3FD9-6C6A-E1A50EA58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Multiplication des points d’entrée</a:t>
            </a:r>
          </a:p>
          <a:p>
            <a:r>
              <a:rPr lang="fr-FR" dirty="0"/>
              <a:t>Risque accru de failles entre services</a:t>
            </a:r>
          </a:p>
          <a:p>
            <a:r>
              <a:rPr lang="fr-FR" dirty="0"/>
              <a:t>Gestion des identités et droits</a:t>
            </a:r>
          </a:p>
          <a:p>
            <a:endParaRPr lang="fr-FR" dirty="0"/>
          </a:p>
          <a:p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98074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357E4E-7FD8-D559-8F7A-E39F81803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Authentification vs Autorisation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B4A032-155F-0E57-ACDB-1404CD85D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Authentification = Vérifier l'identité </a:t>
            </a:r>
            <a:r>
              <a:rPr lang="fr-FR" dirty="0">
                <a:sym typeface="Wingdings" pitchFamily="2" charset="2"/>
              </a:rPr>
              <a:t> </a:t>
            </a:r>
            <a:r>
              <a:rPr lang="fr-FR" dirty="0"/>
              <a:t>Qui suis-je ?</a:t>
            </a:r>
          </a:p>
          <a:p>
            <a:r>
              <a:rPr lang="fr-FR" dirty="0"/>
              <a:t>Autorisation = Vérifier les droits </a:t>
            </a:r>
            <a:r>
              <a:rPr lang="fr-FR" dirty="0">
                <a:sym typeface="Wingdings" pitchFamily="2" charset="2"/>
              </a:rPr>
              <a:t></a:t>
            </a:r>
            <a:r>
              <a:rPr lang="fr-FR" dirty="0"/>
              <a:t> Ai-je le droit ?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95916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BD247-53E5-8238-11A0-FDD0F0FC6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44DEE2-28D5-79C6-8267-60CE02530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Authentification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AC15ED-1440-8987-C538-C2349FA44C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5A1D5A5E-AB48-656E-765E-8A499783D7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597277" y="682983"/>
            <a:ext cx="3274716" cy="2491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89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820C02-A57E-7840-39F8-5EA9155FD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Authentification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139E65-2D46-A17E-CCBE-C9C9F102D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>
                <a:sym typeface="Wingdings" pitchFamily="2" charset="2"/>
              </a:rPr>
              <a:t>Service Interne</a:t>
            </a:r>
          </a:p>
          <a:p>
            <a:pPr lvl="1"/>
            <a:r>
              <a:rPr lang="fr-FR" dirty="0">
                <a:sym typeface="Wingdings" pitchFamily="2" charset="2"/>
              </a:rPr>
              <a:t>Custom (JWT)</a:t>
            </a:r>
          </a:p>
          <a:p>
            <a:pPr lvl="1"/>
            <a:r>
              <a:rPr lang="fr-FR" dirty="0">
                <a:sym typeface="Wingdings" pitchFamily="2" charset="2"/>
              </a:rPr>
              <a:t>Annuaire d’identité (Active Directory, LDAP)</a:t>
            </a:r>
          </a:p>
          <a:p>
            <a:r>
              <a:rPr lang="fr-FR" dirty="0">
                <a:sym typeface="Wingdings" pitchFamily="2" charset="2"/>
              </a:rPr>
              <a:t>Service Externe</a:t>
            </a:r>
          </a:p>
          <a:p>
            <a:pPr lvl="1"/>
            <a:r>
              <a:rPr lang="fr-FR" dirty="0"/>
              <a:t>SAML</a:t>
            </a:r>
          </a:p>
          <a:p>
            <a:pPr lvl="1"/>
            <a:r>
              <a:rPr lang="fr-FR" dirty="0" err="1">
                <a:sym typeface="Wingdings" pitchFamily="2" charset="2"/>
              </a:rPr>
              <a:t>OAuth</a:t>
            </a:r>
            <a:r>
              <a:rPr lang="fr-FR" dirty="0">
                <a:sym typeface="Wingdings" pitchFamily="2" charset="2"/>
              </a:rPr>
              <a:t>/</a:t>
            </a:r>
            <a:r>
              <a:rPr lang="fr-FR" dirty="0" err="1">
                <a:sym typeface="Wingdings" pitchFamily="2" charset="2"/>
              </a:rPr>
              <a:t>OpenID</a:t>
            </a:r>
            <a:r>
              <a:rPr lang="fr-FR" dirty="0">
                <a:sym typeface="Wingdings" pitchFamily="2" charset="2"/>
              </a:rPr>
              <a:t> </a:t>
            </a:r>
            <a:r>
              <a:rPr lang="fr-FR" dirty="0" err="1">
                <a:sym typeface="Wingdings" pitchFamily="2" charset="2"/>
              </a:rPr>
              <a:t>connect</a:t>
            </a:r>
            <a:endParaRPr lang="fr-FR" dirty="0"/>
          </a:p>
          <a:p>
            <a:r>
              <a:rPr lang="fr-FR" dirty="0">
                <a:sym typeface="Wingdings" pitchFamily="2" charset="2"/>
              </a:rPr>
              <a:t>Service pont/rassembleur</a:t>
            </a:r>
          </a:p>
          <a:p>
            <a:endParaRPr lang="fr-FR" dirty="0">
              <a:sym typeface="Wingdings" pitchFamily="2" charset="2"/>
            </a:endParaRPr>
          </a:p>
          <a:p>
            <a:r>
              <a:rPr lang="fr-FR" dirty="0">
                <a:sym typeface="Wingdings" pitchFamily="2" charset="2"/>
              </a:rPr>
              <a:t>Stockage des identités</a:t>
            </a:r>
          </a:p>
          <a:p>
            <a:r>
              <a:rPr lang="fr-FR" dirty="0">
                <a:sym typeface="Wingdings" pitchFamily="2" charset="2"/>
              </a:rPr>
              <a:t>Vérification de connexion et génération de JWT</a:t>
            </a:r>
          </a:p>
        </p:txBody>
      </p:sp>
    </p:spTree>
    <p:extLst>
      <p:ext uri="{BB962C8B-B14F-4D97-AF65-F5344CB8AC3E}">
        <p14:creationId xmlns:p14="http://schemas.microsoft.com/office/powerpoint/2010/main" val="1305061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01B46-29EE-29D0-EA81-8CE36D05F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B427C3-DF38-F834-5BC7-2985EF517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Autorisation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FBB4B5A-921A-2F3F-3B98-A14B60E0CF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62E9C496-2226-AA51-8436-5E201A9549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597277" y="682983"/>
            <a:ext cx="3274716" cy="2491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0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6C671D-7E22-4B6D-8B31-36E40E45E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Role-Based</a:t>
            </a:r>
            <a:r>
              <a:rPr lang="fr-FR" dirty="0"/>
              <a:t> Access Control (RBAC)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3FC3FC-FC26-A9EE-E153-2456E46FF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Définir des rôles dans le service d’authentification</a:t>
            </a:r>
          </a:p>
          <a:p>
            <a:r>
              <a:rPr lang="fr-FR" dirty="0"/>
              <a:t>Décision (droit d’effectuer une action) en fonction de son </a:t>
            </a:r>
            <a:r>
              <a:rPr lang="fr-FR" b="1" dirty="0"/>
              <a:t>rôle</a:t>
            </a:r>
          </a:p>
          <a:p>
            <a:r>
              <a:rPr lang="fr-FR" dirty="0"/>
              <a:t>Décentralisé </a:t>
            </a:r>
            <a:r>
              <a:rPr lang="fr-FR" dirty="0">
                <a:sym typeface="Wingdings" pitchFamily="2" charset="2"/>
              </a:rPr>
              <a:t> au sein de chaque service</a:t>
            </a:r>
          </a:p>
          <a:p>
            <a:pPr lvl="1"/>
            <a:r>
              <a:rPr lang="fr-FR" dirty="0">
                <a:sym typeface="Wingdings" pitchFamily="2" charset="2"/>
              </a:rPr>
              <a:t>Plus simple à mettre en place</a:t>
            </a:r>
          </a:p>
          <a:p>
            <a:r>
              <a:rPr lang="fr-FR" dirty="0">
                <a:sym typeface="Wingdings" pitchFamily="2" charset="2"/>
              </a:rPr>
              <a:t>Centralisé  dans le </a:t>
            </a:r>
            <a:r>
              <a:rPr lang="fr-FR" dirty="0" err="1">
                <a:sym typeface="Wingdings" pitchFamily="2" charset="2"/>
              </a:rPr>
              <a:t>gateway</a:t>
            </a:r>
            <a:endParaRPr lang="fr-FR" dirty="0">
              <a:sym typeface="Wingdings" pitchFamily="2" charset="2"/>
            </a:endParaRPr>
          </a:p>
          <a:p>
            <a:pPr lvl="1"/>
            <a:r>
              <a:rPr lang="fr-FR" dirty="0">
                <a:sym typeface="Wingdings" pitchFamily="2" charset="2"/>
              </a:rPr>
              <a:t>Meilleure vision de sécurité</a:t>
            </a:r>
          </a:p>
          <a:p>
            <a:pPr lvl="1"/>
            <a:r>
              <a:rPr lang="fr-FR" dirty="0">
                <a:sym typeface="Wingdings" pitchFamily="2" charset="2"/>
              </a:rPr>
              <a:t>Pas besoin de transférer l’identification de l’utilisateur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37351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AC1CE9-F7BA-57E6-D848-857DD1021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Attribute-Based</a:t>
            </a:r>
            <a:r>
              <a:rPr lang="fr-FR" dirty="0"/>
              <a:t> Access Control (ABAC)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125E54-D2A9-56F4-A003-B06CC7B86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Décision : f(sujet, ressource, action, contexte, …)</a:t>
            </a:r>
          </a:p>
          <a:p>
            <a:r>
              <a:rPr lang="fr-FR" dirty="0"/>
              <a:t>Politique dynamique</a:t>
            </a:r>
          </a:p>
          <a:p>
            <a:endParaRPr lang="fr-FR" dirty="0"/>
          </a:p>
          <a:p>
            <a:r>
              <a:rPr lang="fr-FR" dirty="0"/>
              <a:t>Point d’application de la décision (Gateway)</a:t>
            </a:r>
          </a:p>
          <a:p>
            <a:pPr lvl="1"/>
            <a:r>
              <a:rPr lang="fr-FR" dirty="0"/>
              <a:t>Policy </a:t>
            </a:r>
            <a:r>
              <a:rPr lang="fr-FR" dirty="0" err="1"/>
              <a:t>Enforcement</a:t>
            </a:r>
            <a:r>
              <a:rPr lang="fr-FR" dirty="0"/>
              <a:t> Point (PEP)</a:t>
            </a:r>
          </a:p>
          <a:p>
            <a:r>
              <a:rPr lang="fr-FR" dirty="0"/>
              <a:t>Source des attributs (authentification)</a:t>
            </a:r>
          </a:p>
          <a:p>
            <a:pPr lvl="1"/>
            <a:r>
              <a:rPr lang="fr-FR" dirty="0"/>
              <a:t>Policy Information Point (PIP)</a:t>
            </a:r>
          </a:p>
          <a:p>
            <a:r>
              <a:rPr lang="fr-FR" dirty="0"/>
              <a:t>Moteur des décisions</a:t>
            </a:r>
          </a:p>
          <a:p>
            <a:pPr lvl="1"/>
            <a:r>
              <a:rPr lang="fr-FR" dirty="0"/>
              <a:t>Policy </a:t>
            </a:r>
            <a:r>
              <a:rPr lang="fr-FR" dirty="0" err="1"/>
              <a:t>Decision</a:t>
            </a:r>
            <a:r>
              <a:rPr lang="fr-FR" dirty="0"/>
              <a:t> Point (PDP)</a:t>
            </a:r>
          </a:p>
          <a:p>
            <a:r>
              <a:rPr lang="fr-FR" dirty="0"/>
              <a:t>Stockage des politiques</a:t>
            </a:r>
          </a:p>
          <a:p>
            <a:pPr lvl="1"/>
            <a:r>
              <a:rPr lang="fr-FR" dirty="0"/>
              <a:t>Policy Repository Point (PRP)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22060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14276-0ADD-BC96-B5E4-AABED4328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AB7290-AB78-5A60-D8DA-E9D1D0F4E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Sécurité réseau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577D473-6443-C3B3-99DB-F70B3AF522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B442EBAF-0FCB-520A-5CD2-53C1F98B75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597277" y="682983"/>
            <a:ext cx="3274716" cy="2491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423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E8DE6BB0-241E-C38F-08D1-29EAB80BA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Risques de sécurité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AC2531D0-9096-BEFB-6972-3FFC117D8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N’importe quelle application est vulnérable</a:t>
            </a:r>
          </a:p>
          <a:p>
            <a:r>
              <a:rPr lang="fr-FR" dirty="0"/>
              <a:t>Chaque point d’entrée supplémentaire est un risque</a:t>
            </a:r>
          </a:p>
          <a:p>
            <a:r>
              <a:rPr lang="fr-FR" dirty="0">
                <a:sym typeface="Wingdings" pitchFamily="2" charset="2"/>
              </a:rPr>
              <a:t> Limiter les points d’entrées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65686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B0EDE4-0F92-5038-51F5-9AE6A6957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Firewall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37F639-804B-F017-D772-4C3200ACB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Configuration réseau bloquant certaines requêtes</a:t>
            </a:r>
          </a:p>
          <a:p>
            <a:r>
              <a:rPr lang="fr-FR" dirty="0"/>
              <a:t>Où ?</a:t>
            </a:r>
          </a:p>
        </p:txBody>
      </p:sp>
      <p:pic>
        <p:nvPicPr>
          <p:cNvPr id="7" name="Image 6" descr="Une image contenant diagramme, croquis, conception&#10;&#10;Le contenu généré par l’IA peut être incorrect.">
            <a:extLst>
              <a:ext uri="{FF2B5EF4-FFF2-40B4-BE49-F238E27FC236}">
                <a16:creationId xmlns:a16="http://schemas.microsoft.com/office/drawing/2014/main" id="{2E9547FD-ACC1-40B9-4FE6-19D2529AD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781" y="2484834"/>
            <a:ext cx="6830438" cy="3692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184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E06B6-3566-8C93-C0EF-D68019A24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F9A4E9-96C8-AB87-47CE-96116B7A8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Firewall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301E088-E1DB-2B49-CF91-FFACFB2B40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680781" y="365125"/>
            <a:ext cx="6830438" cy="3692128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A3DC6BE-3129-0CB7-FF1D-95B2C73DF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438" y="1825625"/>
            <a:ext cx="10515600" cy="4351338"/>
          </a:xfrm>
        </p:spPr>
        <p:txBody>
          <a:bodyPr/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Si le </a:t>
            </a:r>
            <a:r>
              <a:rPr lang="fr-FR" dirty="0" err="1"/>
              <a:t>gateway</a:t>
            </a:r>
            <a:r>
              <a:rPr lang="fr-FR" dirty="0"/>
              <a:t> est compromis,</a:t>
            </a:r>
            <a:br>
              <a:rPr lang="fr-FR" dirty="0"/>
            </a:br>
            <a:r>
              <a:rPr lang="fr-FR" dirty="0"/>
              <a:t>l’entièreté de l’architecture tombe avec</a:t>
            </a:r>
          </a:p>
          <a:p>
            <a:r>
              <a:rPr lang="fr-FR" dirty="0"/>
              <a:t>Sortie souvent non contrôlées </a:t>
            </a:r>
            <a:r>
              <a:rPr lang="fr-FR" dirty="0">
                <a:sym typeface="Wingdings" pitchFamily="2" charset="2"/>
              </a:rPr>
              <a:t> exfiltration facile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05850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A343C-C7A0-86A3-74DF-855773E74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871A3E-BBDB-33BC-61A6-320D9A4E9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Firewall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5DC3843-2DDC-E041-9D9E-8434DB61CD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680782" y="365125"/>
            <a:ext cx="6830436" cy="3692128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BA191A-230B-E211-B04F-168122E4C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438" y="1825625"/>
            <a:ext cx="10515600" cy="4351338"/>
          </a:xfrm>
        </p:spPr>
        <p:txBody>
          <a:bodyPr/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Service </a:t>
            </a:r>
            <a:r>
              <a:rPr lang="fr-FR" dirty="0" err="1"/>
              <a:t>gateway</a:t>
            </a:r>
            <a:r>
              <a:rPr lang="fr-FR" dirty="0"/>
              <a:t> sans </a:t>
            </a:r>
            <a:br>
              <a:rPr lang="fr-FR" dirty="0"/>
            </a:br>
            <a:r>
              <a:rPr lang="fr-FR" dirty="0"/>
              <a:t>protection/surveillance</a:t>
            </a:r>
          </a:p>
          <a:p>
            <a:r>
              <a:rPr lang="fr-FR" dirty="0"/>
              <a:t>Risque de DDoS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26603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638B9-1499-963A-F0C9-DDFE7AD27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7482C613-26E6-5ABA-BF22-02E882FBD8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680782" y="365125"/>
            <a:ext cx="6830436" cy="369212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77928596-3E63-B7BF-067C-F25AF30EF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DMZ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1A3D53-B20E-CC3C-2199-52C310FF1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438" y="1825625"/>
            <a:ext cx="10515600" cy="4351338"/>
          </a:xfrm>
        </p:spPr>
        <p:txBody>
          <a:bodyPr/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Protection plus complète</a:t>
            </a:r>
          </a:p>
          <a:p>
            <a:r>
              <a:rPr lang="fr-FR" dirty="0"/>
              <a:t>Mise en œuvre plus complexe</a:t>
            </a:r>
          </a:p>
        </p:txBody>
      </p:sp>
    </p:spTree>
    <p:extLst>
      <p:ext uri="{BB962C8B-B14F-4D97-AF65-F5344CB8AC3E}">
        <p14:creationId xmlns:p14="http://schemas.microsoft.com/office/powerpoint/2010/main" val="2791021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DD568D-92AD-98D4-D39F-404EA3B3F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Firewall et DMZ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6F3D0601-ABC5-44AE-4386-403C2F0AD8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3751049"/>
              </p:ext>
            </p:extLst>
          </p:nvPr>
        </p:nvGraphicFramePr>
        <p:xfrm>
          <a:off x="230660" y="2687320"/>
          <a:ext cx="1173068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6136">
                  <a:extLst>
                    <a:ext uri="{9D8B030D-6E8A-4147-A177-3AD203B41FA5}">
                      <a16:colId xmlns:a16="http://schemas.microsoft.com/office/drawing/2014/main" val="348376216"/>
                    </a:ext>
                  </a:extLst>
                </a:gridCol>
                <a:gridCol w="2346136">
                  <a:extLst>
                    <a:ext uri="{9D8B030D-6E8A-4147-A177-3AD203B41FA5}">
                      <a16:colId xmlns:a16="http://schemas.microsoft.com/office/drawing/2014/main" val="1635846853"/>
                    </a:ext>
                  </a:extLst>
                </a:gridCol>
                <a:gridCol w="2346136">
                  <a:extLst>
                    <a:ext uri="{9D8B030D-6E8A-4147-A177-3AD203B41FA5}">
                      <a16:colId xmlns:a16="http://schemas.microsoft.com/office/drawing/2014/main" val="910614573"/>
                    </a:ext>
                  </a:extLst>
                </a:gridCol>
                <a:gridCol w="2346136">
                  <a:extLst>
                    <a:ext uri="{9D8B030D-6E8A-4147-A177-3AD203B41FA5}">
                      <a16:colId xmlns:a16="http://schemas.microsoft.com/office/drawing/2014/main" val="3391851931"/>
                    </a:ext>
                  </a:extLst>
                </a:gridCol>
                <a:gridCol w="2346136">
                  <a:extLst>
                    <a:ext uri="{9D8B030D-6E8A-4147-A177-3AD203B41FA5}">
                      <a16:colId xmlns:a16="http://schemas.microsoft.com/office/drawing/2014/main" val="12804800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Emplacement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Attaque externe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Mouvement latéral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Egress</a:t>
                      </a:r>
                      <a:r>
                        <a:rPr lang="fr-FR" dirty="0"/>
                        <a:t>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Complexité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9185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User &lt;-&gt;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Protégé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Vulnérable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Vulnérable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Faible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217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Gateway &lt;-&gt;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Vulnérable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Protégé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Protégé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Moyenne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50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Protégé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Protégé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Protégé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Haute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388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0810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CB7C55-CDD2-412C-536B-825C563CE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Zero</a:t>
            </a:r>
            <a:r>
              <a:rPr lang="fr-FR" dirty="0"/>
              <a:t> Trust Network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133044-E44A-E3D6-3853-CBB961991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Avant : réseau interne considéré « fiable »</a:t>
            </a:r>
          </a:p>
          <a:p>
            <a:r>
              <a:rPr lang="fr-FR" dirty="0"/>
              <a:t>Vérifications sur chaque service</a:t>
            </a:r>
          </a:p>
          <a:p>
            <a:r>
              <a:rPr lang="fr-FR" dirty="0"/>
              <a:t>Communications encryptées</a:t>
            </a:r>
          </a:p>
          <a:p>
            <a:pPr lvl="1"/>
            <a:r>
              <a:rPr lang="fr-FR" dirty="0"/>
              <a:t>Attaque man-in-the-middle</a:t>
            </a:r>
          </a:p>
          <a:p>
            <a:pPr lvl="1"/>
            <a:r>
              <a:rPr lang="fr-FR" dirty="0" err="1"/>
              <a:t>Mutual</a:t>
            </a:r>
            <a:r>
              <a:rPr lang="fr-FR" dirty="0"/>
              <a:t> TLS : les deux parties s’échangent leurs certificats</a:t>
            </a:r>
          </a:p>
        </p:txBody>
      </p:sp>
    </p:spTree>
    <p:extLst>
      <p:ext uri="{BB962C8B-B14F-4D97-AF65-F5344CB8AC3E}">
        <p14:creationId xmlns:p14="http://schemas.microsoft.com/office/powerpoint/2010/main" val="23260987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D63790-9430-9E9F-6E6F-67B97148E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sz="3600" dirty="0"/>
              <a:t>Security Information and Event Management (SIEM)</a:t>
            </a:r>
            <a:endParaRPr lang="fr-FR" sz="36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98BC4D-B720-26B3-F0FA-CA539CD59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Centralisation des logs de tous les services</a:t>
            </a:r>
          </a:p>
          <a:p>
            <a:r>
              <a:rPr lang="fr-FR" dirty="0"/>
              <a:t>Analyse automatisée</a:t>
            </a:r>
          </a:p>
          <a:p>
            <a:r>
              <a:rPr lang="fr-FR" dirty="0"/>
              <a:t>Recherche de corrélations</a:t>
            </a:r>
          </a:p>
          <a:p>
            <a:r>
              <a:rPr lang="fr-FR" dirty="0"/>
              <a:t>Alerte en cas d’anomalie</a:t>
            </a:r>
          </a:p>
          <a:p>
            <a:r>
              <a:rPr lang="fr-FR" dirty="0"/>
              <a:t>Difficultés : volume, bruit, faux-positifs</a:t>
            </a:r>
          </a:p>
          <a:p>
            <a:r>
              <a:rPr lang="fr-FR" dirty="0" err="1"/>
              <a:t>Wazuh</a:t>
            </a:r>
            <a:r>
              <a:rPr lang="fr-FR" dirty="0"/>
              <a:t>, </a:t>
            </a:r>
            <a:r>
              <a:rPr lang="fr-FR" dirty="0" err="1"/>
              <a:t>Elastic</a:t>
            </a:r>
            <a:r>
              <a:rPr lang="fr-FR" dirty="0"/>
              <a:t>, IBM </a:t>
            </a:r>
            <a:r>
              <a:rPr lang="fr-FR" dirty="0" err="1"/>
              <a:t>QRadar</a:t>
            </a:r>
            <a:r>
              <a:rPr lang="fr-FR" dirty="0"/>
              <a:t>, …</a:t>
            </a:r>
          </a:p>
        </p:txBody>
      </p:sp>
    </p:spTree>
    <p:extLst>
      <p:ext uri="{BB962C8B-B14F-4D97-AF65-F5344CB8AC3E}">
        <p14:creationId xmlns:p14="http://schemas.microsoft.com/office/powerpoint/2010/main" val="51279690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ED1306D512654B98E69FC24695A753" ma:contentTypeVersion="15" ma:contentTypeDescription="Crée un document." ma:contentTypeScope="" ma:versionID="28052f1bfc756513fdd0761c43ce7efd">
  <xsd:schema xmlns:xsd="http://www.w3.org/2001/XMLSchema" xmlns:xs="http://www.w3.org/2001/XMLSchema" xmlns:p="http://schemas.microsoft.com/office/2006/metadata/properties" xmlns:ns2="c7472d64-0d3a-484e-8dae-9877b44b21bc" xmlns:ns3="3f185228-d0ce-4b0b-b59f-3a34cdc9a5e8" targetNamespace="http://schemas.microsoft.com/office/2006/metadata/properties" ma:root="true" ma:fieldsID="4d768537006f52dd3f7fe37d41052ab4" ns2:_="" ns3:_="">
    <xsd:import namespace="c7472d64-0d3a-484e-8dae-9877b44b21bc"/>
    <xsd:import namespace="3f185228-d0ce-4b0b-b59f-3a34cdc9a5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472d64-0d3a-484e-8dae-9877b44b21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Balises d’images" ma:readOnly="false" ma:fieldId="{5cf76f15-5ced-4ddc-b409-7134ff3c332f}" ma:taxonomyMulti="true" ma:sspId="d99b3629-034e-40d8-81e2-b8c7a4d868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185228-d0ce-4b0b-b59f-3a34cdc9a5e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e68feede-4adb-4166-85fa-b177792af49a}" ma:internalName="TaxCatchAll" ma:showField="CatchAllData" ma:web="3f185228-d0ce-4b0b-b59f-3a34cdc9a5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7472d64-0d3a-484e-8dae-9877b44b21bc">
      <Terms xmlns="http://schemas.microsoft.com/office/infopath/2007/PartnerControls"/>
    </lcf76f155ced4ddcb4097134ff3c332f>
    <TaxCatchAll xmlns="3f185228-d0ce-4b0b-b59f-3a34cdc9a5e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336CD95-D85F-4105-A3BB-89CA3ADCA1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472d64-0d3a-484e-8dae-9877b44b21bc"/>
    <ds:schemaRef ds:uri="3f185228-d0ce-4b0b-b59f-3a34cdc9a5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E48E1A7-97CF-485A-ABD4-0EF9F7BDF039}">
  <ds:schemaRefs>
    <ds:schemaRef ds:uri="http://purl.org/dc/terms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c7472d64-0d3a-484e-8dae-9877b44b21bc"/>
    <ds:schemaRef ds:uri="http://purl.org/dc/dcmitype/"/>
    <ds:schemaRef ds:uri="http://schemas.openxmlformats.org/package/2006/metadata/core-properties"/>
    <ds:schemaRef ds:uri="3f185228-d0ce-4b0b-b59f-3a34cdc9a5e8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EA6A60DD-0819-44A7-BCCB-22A76EDEC89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816</TotalTime>
  <Words>375</Words>
  <Application>Microsoft Macintosh PowerPoint</Application>
  <PresentationFormat>Grand écran</PresentationFormat>
  <Paragraphs>113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Wingdings</vt:lpstr>
      <vt:lpstr>Thème Office</vt:lpstr>
      <vt:lpstr>BINV3140-D Microservices</vt:lpstr>
      <vt:lpstr>Enjeux de sécurité</vt:lpstr>
      <vt:lpstr>Authentification vs Autorisation</vt:lpstr>
      <vt:lpstr>Authentification</vt:lpstr>
      <vt:lpstr>Authentification</vt:lpstr>
      <vt:lpstr>Autorisation</vt:lpstr>
      <vt:lpstr>Role-Based Access Control (RBAC)</vt:lpstr>
      <vt:lpstr>Attribute-Based Access Control (ABAC)</vt:lpstr>
      <vt:lpstr>Sécurité réseau</vt:lpstr>
      <vt:lpstr>Risques de sécurité</vt:lpstr>
      <vt:lpstr>Firewall</vt:lpstr>
      <vt:lpstr>Firewall </vt:lpstr>
      <vt:lpstr>Firewall</vt:lpstr>
      <vt:lpstr>DMZ</vt:lpstr>
      <vt:lpstr>Firewall et DMZ</vt:lpstr>
      <vt:lpstr>Zero Trust Network</vt:lpstr>
      <vt:lpstr>Security Information and Event Management (SIEM)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Sébastien STREBELLE</dc:creator>
  <cp:lastModifiedBy>Sébastien STREBELLE</cp:lastModifiedBy>
  <cp:revision>6</cp:revision>
  <dcterms:created xsi:type="dcterms:W3CDTF">2024-09-17T08:11:48Z</dcterms:created>
  <dcterms:modified xsi:type="dcterms:W3CDTF">2025-10-23T13:24:01Z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0x010100D3ED1306D512654B98E69FC24695A753</vt:lpwstr>
  </property>
</Properties>
</file>